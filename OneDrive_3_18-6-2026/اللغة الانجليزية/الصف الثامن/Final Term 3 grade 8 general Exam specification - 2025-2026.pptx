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72" r:id="rId2"/>
    <p:sldId id="344" r:id="rId3"/>
    <p:sldId id="345" r:id="rId4"/>
    <p:sldId id="347" r:id="rId5"/>
    <p:sldId id="358" r:id="rId6"/>
    <p:sldId id="359" r:id="rId7"/>
    <p:sldId id="360" r:id="rId8"/>
    <p:sldId id="271" r:id="rId9"/>
  </p:sldIdLst>
  <p:sldSz cx="18288000" cy="10287000"/>
  <p:notesSz cx="6858000" cy="9144000"/>
  <p:embeddedFontLst>
    <p:embeddedFont>
      <p:font typeface="Pompiere" panose="020B0604020202020204" charset="0"/>
      <p:regular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F6F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7EB623-C7E6-41AB-8ABC-3793CFB263E9}" v="8" dt="2026-06-04T19:56:14.145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22" autoAdjust="0"/>
  </p:normalViewPr>
  <p:slideViewPr>
    <p:cSldViewPr>
      <p:cViewPr>
        <p:scale>
          <a:sx n="50" d="100"/>
          <a:sy n="50" d="100"/>
        </p:scale>
        <p:origin x="552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yah Al Abdouli Al Abdouli" userId="de7d6f541a15140f" providerId="LiveId" clId="{9AE177FA-04F7-4FFC-9831-0BCC194AAF49}"/>
    <pc:docChg chg="undo custSel addSld delSld modSld">
      <pc:chgData name="Nadyah Al Abdouli Al Abdouli" userId="de7d6f541a15140f" providerId="LiveId" clId="{9AE177FA-04F7-4FFC-9831-0BCC194AAF49}" dt="2026-06-04T19:57:28.265" v="98" actId="1076"/>
      <pc:docMkLst>
        <pc:docMk/>
      </pc:docMkLst>
      <pc:sldChg chg="del">
        <pc:chgData name="Nadyah Al Abdouli Al Abdouli" userId="de7d6f541a15140f" providerId="LiveId" clId="{9AE177FA-04F7-4FFC-9831-0BCC194AAF49}" dt="2026-06-04T19:49:32.922" v="0" actId="47"/>
        <pc:sldMkLst>
          <pc:docMk/>
          <pc:sldMk cId="0" sldId="257"/>
        </pc:sldMkLst>
      </pc:sldChg>
      <pc:sldChg chg="addSp delSp modSp mod delAnim">
        <pc:chgData name="Nadyah Al Abdouli Al Abdouli" userId="de7d6f541a15140f" providerId="LiveId" clId="{9AE177FA-04F7-4FFC-9831-0BCC194AAF49}" dt="2026-06-04T19:52:01.772" v="39" actId="14100"/>
        <pc:sldMkLst>
          <pc:docMk/>
          <pc:sldMk cId="580185702" sldId="345"/>
        </pc:sldMkLst>
        <pc:spChg chg="ord">
          <ac:chgData name="Nadyah Al Abdouli Al Abdouli" userId="de7d6f541a15140f" providerId="LiveId" clId="{9AE177FA-04F7-4FFC-9831-0BCC194AAF49}" dt="2026-06-04T19:51:53.587" v="37" actId="166"/>
          <ac:spMkLst>
            <pc:docMk/>
            <pc:sldMk cId="580185702" sldId="345"/>
            <ac:spMk id="6" creationId="{72633024-41CD-1C10-1395-4FFCFAE96C46}"/>
          </ac:spMkLst>
        </pc:spChg>
        <pc:picChg chg="add mod modCrop">
          <ac:chgData name="Nadyah Al Abdouli Al Abdouli" userId="de7d6f541a15140f" providerId="LiveId" clId="{9AE177FA-04F7-4FFC-9831-0BCC194AAF49}" dt="2026-06-04T19:52:01.772" v="39" actId="14100"/>
          <ac:picMkLst>
            <pc:docMk/>
            <pc:sldMk cId="580185702" sldId="345"/>
            <ac:picMk id="3" creationId="{536945AD-E752-C2BD-BC40-283B5BE48580}"/>
          </ac:picMkLst>
        </pc:picChg>
        <pc:picChg chg="del">
          <ac:chgData name="Nadyah Al Abdouli Al Abdouli" userId="de7d6f541a15140f" providerId="LiveId" clId="{9AE177FA-04F7-4FFC-9831-0BCC194AAF49}" dt="2026-06-04T19:51:24.499" v="28" actId="478"/>
          <ac:picMkLst>
            <pc:docMk/>
            <pc:sldMk cId="580185702" sldId="345"/>
            <ac:picMk id="5" creationId="{DCF99A0D-B724-7258-E273-08C2F57464D5}"/>
          </ac:picMkLst>
        </pc:picChg>
      </pc:sldChg>
      <pc:sldChg chg="del">
        <pc:chgData name="Nadyah Al Abdouli Al Abdouli" userId="de7d6f541a15140f" providerId="LiveId" clId="{9AE177FA-04F7-4FFC-9831-0BCC194AAF49}" dt="2026-06-04T19:49:35.326" v="2" actId="47"/>
        <pc:sldMkLst>
          <pc:docMk/>
          <pc:sldMk cId="2852264270" sldId="346"/>
        </pc:sldMkLst>
      </pc:sldChg>
      <pc:sldChg chg="addSp delSp modSp mod delAnim">
        <pc:chgData name="Nadyah Al Abdouli Al Abdouli" userId="de7d6f541a15140f" providerId="LiveId" clId="{9AE177FA-04F7-4FFC-9831-0BCC194AAF49}" dt="2026-06-04T19:52:48.596" v="49" actId="1076"/>
        <pc:sldMkLst>
          <pc:docMk/>
          <pc:sldMk cId="981588960" sldId="347"/>
        </pc:sldMkLst>
        <pc:picChg chg="add mod modCrop">
          <ac:chgData name="Nadyah Al Abdouli Al Abdouli" userId="de7d6f541a15140f" providerId="LiveId" clId="{9AE177FA-04F7-4FFC-9831-0BCC194AAF49}" dt="2026-06-04T19:52:48.596" v="49" actId="1076"/>
          <ac:picMkLst>
            <pc:docMk/>
            <pc:sldMk cId="981588960" sldId="347"/>
            <ac:picMk id="3" creationId="{3ED19C53-CE97-6D2E-8800-C353DB6B408B}"/>
          </ac:picMkLst>
        </pc:picChg>
        <pc:picChg chg="del">
          <ac:chgData name="Nadyah Al Abdouli Al Abdouli" userId="de7d6f541a15140f" providerId="LiveId" clId="{9AE177FA-04F7-4FFC-9831-0BCC194AAF49}" dt="2026-06-04T19:52:20.971" v="40" actId="478"/>
          <ac:picMkLst>
            <pc:docMk/>
            <pc:sldMk cId="981588960" sldId="347"/>
            <ac:picMk id="4" creationId="{D2F8CB52-EC74-CBB2-E1F9-3670B31F0FB5}"/>
          </ac:picMkLst>
        </pc:picChg>
      </pc:sldChg>
      <pc:sldChg chg="del">
        <pc:chgData name="Nadyah Al Abdouli Al Abdouli" userId="de7d6f541a15140f" providerId="LiveId" clId="{9AE177FA-04F7-4FFC-9831-0BCC194AAF49}" dt="2026-06-04T19:49:34.704" v="1" actId="47"/>
        <pc:sldMkLst>
          <pc:docMk/>
          <pc:sldMk cId="4130623546" sldId="350"/>
        </pc:sldMkLst>
      </pc:sldChg>
      <pc:sldChg chg="del">
        <pc:chgData name="Nadyah Al Abdouli Al Abdouli" userId="de7d6f541a15140f" providerId="LiveId" clId="{9AE177FA-04F7-4FFC-9831-0BCC194AAF49}" dt="2026-06-04T19:49:38.717" v="5" actId="47"/>
        <pc:sldMkLst>
          <pc:docMk/>
          <pc:sldMk cId="3192088" sldId="351"/>
        </pc:sldMkLst>
      </pc:sldChg>
      <pc:sldChg chg="del">
        <pc:chgData name="Nadyah Al Abdouli Al Abdouli" userId="de7d6f541a15140f" providerId="LiveId" clId="{9AE177FA-04F7-4FFC-9831-0BCC194AAF49}" dt="2026-06-04T19:49:41.370" v="11" actId="47"/>
        <pc:sldMkLst>
          <pc:docMk/>
          <pc:sldMk cId="208590823" sldId="352"/>
        </pc:sldMkLst>
      </pc:sldChg>
      <pc:sldChg chg="del">
        <pc:chgData name="Nadyah Al Abdouli Al Abdouli" userId="de7d6f541a15140f" providerId="LiveId" clId="{9AE177FA-04F7-4FFC-9831-0BCC194AAF49}" dt="2026-06-04T19:49:39.663" v="6" actId="47"/>
        <pc:sldMkLst>
          <pc:docMk/>
          <pc:sldMk cId="542902587" sldId="353"/>
        </pc:sldMkLst>
      </pc:sldChg>
      <pc:sldChg chg="del">
        <pc:chgData name="Nadyah Al Abdouli Al Abdouli" userId="de7d6f541a15140f" providerId="LiveId" clId="{9AE177FA-04F7-4FFC-9831-0BCC194AAF49}" dt="2026-06-04T19:49:43.107" v="15" actId="47"/>
        <pc:sldMkLst>
          <pc:docMk/>
          <pc:sldMk cId="4058639242" sldId="355"/>
        </pc:sldMkLst>
      </pc:sldChg>
      <pc:sldChg chg="addSp delSp modSp mod delAnim">
        <pc:chgData name="Nadyah Al Abdouli Al Abdouli" userId="de7d6f541a15140f" providerId="LiveId" clId="{9AE177FA-04F7-4FFC-9831-0BCC194AAF49}" dt="2026-06-04T19:53:41.825" v="62" actId="1076"/>
        <pc:sldMkLst>
          <pc:docMk/>
          <pc:sldMk cId="1539000715" sldId="358"/>
        </pc:sldMkLst>
        <pc:picChg chg="add mod modCrop">
          <ac:chgData name="Nadyah Al Abdouli Al Abdouli" userId="de7d6f541a15140f" providerId="LiveId" clId="{9AE177FA-04F7-4FFC-9831-0BCC194AAF49}" dt="2026-06-04T19:53:41.825" v="62" actId="1076"/>
          <ac:picMkLst>
            <pc:docMk/>
            <pc:sldMk cId="1539000715" sldId="358"/>
            <ac:picMk id="3" creationId="{6E910129-1228-DBFE-8F47-DCCEF43E2008}"/>
          </ac:picMkLst>
        </pc:picChg>
        <pc:picChg chg="del">
          <ac:chgData name="Nadyah Al Abdouli Al Abdouli" userId="de7d6f541a15140f" providerId="LiveId" clId="{9AE177FA-04F7-4FFC-9831-0BCC194AAF49}" dt="2026-06-04T19:52:51.552" v="50" actId="478"/>
          <ac:picMkLst>
            <pc:docMk/>
            <pc:sldMk cId="1539000715" sldId="358"/>
            <ac:picMk id="4" creationId="{F8C40E66-D1DA-5380-3BFB-8FD98EDC5907}"/>
          </ac:picMkLst>
        </pc:picChg>
      </pc:sldChg>
      <pc:sldChg chg="addSp delSp modSp add mod">
        <pc:chgData name="Nadyah Al Abdouli Al Abdouli" userId="de7d6f541a15140f" providerId="LiveId" clId="{9AE177FA-04F7-4FFC-9831-0BCC194AAF49}" dt="2026-06-04T19:55:34.826" v="79" actId="20577"/>
        <pc:sldMkLst>
          <pc:docMk/>
          <pc:sldMk cId="189250014" sldId="359"/>
        </pc:sldMkLst>
        <pc:spChg chg="mod">
          <ac:chgData name="Nadyah Al Abdouli Al Abdouli" userId="de7d6f541a15140f" providerId="LiveId" clId="{9AE177FA-04F7-4FFC-9831-0BCC194AAF49}" dt="2026-06-04T19:55:34.826" v="79" actId="20577"/>
          <ac:spMkLst>
            <pc:docMk/>
            <pc:sldMk cId="189250014" sldId="359"/>
            <ac:spMk id="5" creationId="{42DCC2FA-C720-1AD1-DB71-56DF080E9772}"/>
          </ac:spMkLst>
        </pc:spChg>
        <pc:picChg chg="del">
          <ac:chgData name="Nadyah Al Abdouli Al Abdouli" userId="de7d6f541a15140f" providerId="LiveId" clId="{9AE177FA-04F7-4FFC-9831-0BCC194AAF49}" dt="2026-06-04T19:53:55.352" v="64" actId="478"/>
          <ac:picMkLst>
            <pc:docMk/>
            <pc:sldMk cId="189250014" sldId="359"/>
            <ac:picMk id="3" creationId="{E6FEEF4D-CC87-C53C-53DD-18094F677079}"/>
          </ac:picMkLst>
        </pc:picChg>
        <pc:picChg chg="add mod modCrop">
          <ac:chgData name="Nadyah Al Abdouli Al Abdouli" userId="de7d6f541a15140f" providerId="LiveId" clId="{9AE177FA-04F7-4FFC-9831-0BCC194AAF49}" dt="2026-06-04T19:54:50.520" v="74" actId="14100"/>
          <ac:picMkLst>
            <pc:docMk/>
            <pc:sldMk cId="189250014" sldId="359"/>
            <ac:picMk id="4" creationId="{5FEE0A4A-23C4-D4AD-6EAC-9B5C7677F974}"/>
          </ac:picMkLst>
        </pc:picChg>
      </pc:sldChg>
      <pc:sldChg chg="del">
        <pc:chgData name="Nadyah Al Abdouli Al Abdouli" userId="de7d6f541a15140f" providerId="LiveId" clId="{9AE177FA-04F7-4FFC-9831-0BCC194AAF49}" dt="2026-06-04T19:49:47.102" v="20" actId="47"/>
        <pc:sldMkLst>
          <pc:docMk/>
          <pc:sldMk cId="1060014178" sldId="359"/>
        </pc:sldMkLst>
      </pc:sldChg>
      <pc:sldChg chg="addSp delSp modSp add mod">
        <pc:chgData name="Nadyah Al Abdouli Al Abdouli" userId="de7d6f541a15140f" providerId="LiveId" clId="{9AE177FA-04F7-4FFC-9831-0BCC194AAF49}" dt="2026-06-04T19:57:28.265" v="98" actId="1076"/>
        <pc:sldMkLst>
          <pc:docMk/>
          <pc:sldMk cId="3698616731" sldId="360"/>
        </pc:sldMkLst>
        <pc:spChg chg="mod">
          <ac:chgData name="Nadyah Al Abdouli Al Abdouli" userId="de7d6f541a15140f" providerId="LiveId" clId="{9AE177FA-04F7-4FFC-9831-0BCC194AAF49}" dt="2026-06-04T19:56:21.500" v="85" actId="14100"/>
          <ac:spMkLst>
            <pc:docMk/>
            <pc:sldMk cId="3698616731" sldId="360"/>
            <ac:spMk id="5" creationId="{45E300C4-F55D-05CA-6FBC-2D5E9ABED5E0}"/>
          </ac:spMkLst>
        </pc:spChg>
        <pc:picChg chg="add mod modCrop">
          <ac:chgData name="Nadyah Al Abdouli Al Abdouli" userId="de7d6f541a15140f" providerId="LiveId" clId="{9AE177FA-04F7-4FFC-9831-0BCC194AAF49}" dt="2026-06-04T19:57:28.265" v="98" actId="1076"/>
          <ac:picMkLst>
            <pc:docMk/>
            <pc:sldMk cId="3698616731" sldId="360"/>
            <ac:picMk id="3" creationId="{07BDE787-4DB5-3718-41A5-D7AB1E6CFBCB}"/>
          </ac:picMkLst>
        </pc:picChg>
        <pc:picChg chg="del">
          <ac:chgData name="Nadyah Al Abdouli Al Abdouli" userId="de7d6f541a15140f" providerId="LiveId" clId="{9AE177FA-04F7-4FFC-9831-0BCC194AAF49}" dt="2026-06-04T19:55:44" v="81" actId="478"/>
          <ac:picMkLst>
            <pc:docMk/>
            <pc:sldMk cId="3698616731" sldId="360"/>
            <ac:picMk id="4" creationId="{98451C26-9F5F-6550-C6ED-7BD674721BEE}"/>
          </ac:picMkLst>
        </pc:picChg>
      </pc:sldChg>
      <pc:sldChg chg="del">
        <pc:chgData name="Nadyah Al Abdouli Al Abdouli" userId="de7d6f541a15140f" providerId="LiveId" clId="{9AE177FA-04F7-4FFC-9831-0BCC194AAF49}" dt="2026-06-04T19:49:41.753" v="12" actId="47"/>
        <pc:sldMkLst>
          <pc:docMk/>
          <pc:sldMk cId="1905621964" sldId="362"/>
        </pc:sldMkLst>
      </pc:sldChg>
      <pc:sldChg chg="del">
        <pc:chgData name="Nadyah Al Abdouli Al Abdouli" userId="de7d6f541a15140f" providerId="LiveId" clId="{9AE177FA-04F7-4FFC-9831-0BCC194AAF49}" dt="2026-06-04T19:49:40.452" v="8" actId="47"/>
        <pc:sldMkLst>
          <pc:docMk/>
          <pc:sldMk cId="2128338453" sldId="363"/>
        </pc:sldMkLst>
      </pc:sldChg>
      <pc:sldChg chg="del">
        <pc:chgData name="Nadyah Al Abdouli Al Abdouli" userId="de7d6f541a15140f" providerId="LiveId" clId="{9AE177FA-04F7-4FFC-9831-0BCC194AAF49}" dt="2026-06-04T19:49:40.693" v="9" actId="47"/>
        <pc:sldMkLst>
          <pc:docMk/>
          <pc:sldMk cId="291843224" sldId="364"/>
        </pc:sldMkLst>
      </pc:sldChg>
      <pc:sldChg chg="del">
        <pc:chgData name="Nadyah Al Abdouli Al Abdouli" userId="de7d6f541a15140f" providerId="LiveId" clId="{9AE177FA-04F7-4FFC-9831-0BCC194AAF49}" dt="2026-06-04T19:49:41.986" v="13" actId="47"/>
        <pc:sldMkLst>
          <pc:docMk/>
          <pc:sldMk cId="786405980" sldId="366"/>
        </pc:sldMkLst>
      </pc:sldChg>
      <pc:sldChg chg="del">
        <pc:chgData name="Nadyah Al Abdouli Al Abdouli" userId="de7d6f541a15140f" providerId="LiveId" clId="{9AE177FA-04F7-4FFC-9831-0BCC194AAF49}" dt="2026-06-04T19:49:47.937" v="21" actId="47"/>
        <pc:sldMkLst>
          <pc:docMk/>
          <pc:sldMk cId="327296003" sldId="368"/>
        </pc:sldMkLst>
      </pc:sldChg>
      <pc:sldChg chg="del">
        <pc:chgData name="Nadyah Al Abdouli Al Abdouli" userId="de7d6f541a15140f" providerId="LiveId" clId="{9AE177FA-04F7-4FFC-9831-0BCC194AAF49}" dt="2026-06-04T19:49:44.046" v="17" actId="47"/>
        <pc:sldMkLst>
          <pc:docMk/>
          <pc:sldMk cId="1570367865" sldId="373"/>
        </pc:sldMkLst>
      </pc:sldChg>
      <pc:sldChg chg="del">
        <pc:chgData name="Nadyah Al Abdouli Al Abdouli" userId="de7d6f541a15140f" providerId="LiveId" clId="{9AE177FA-04F7-4FFC-9831-0BCC194AAF49}" dt="2026-06-04T19:49:48.506" v="22" actId="47"/>
        <pc:sldMkLst>
          <pc:docMk/>
          <pc:sldMk cId="2953909889" sldId="380"/>
        </pc:sldMkLst>
      </pc:sldChg>
      <pc:sldChg chg="del">
        <pc:chgData name="Nadyah Al Abdouli Al Abdouli" userId="de7d6f541a15140f" providerId="LiveId" clId="{9AE177FA-04F7-4FFC-9831-0BCC194AAF49}" dt="2026-06-04T19:49:50.441" v="24" actId="47"/>
        <pc:sldMkLst>
          <pc:docMk/>
          <pc:sldMk cId="1894757779" sldId="381"/>
        </pc:sldMkLst>
      </pc:sldChg>
      <pc:sldChg chg="del">
        <pc:chgData name="Nadyah Al Abdouli Al Abdouli" userId="de7d6f541a15140f" providerId="LiveId" clId="{9AE177FA-04F7-4FFC-9831-0BCC194AAF49}" dt="2026-06-04T19:49:35.882" v="3" actId="47"/>
        <pc:sldMkLst>
          <pc:docMk/>
          <pc:sldMk cId="3634869045" sldId="382"/>
        </pc:sldMkLst>
      </pc:sldChg>
      <pc:sldChg chg="del">
        <pc:chgData name="Nadyah Al Abdouli Al Abdouli" userId="de7d6f541a15140f" providerId="LiveId" clId="{9AE177FA-04F7-4FFC-9831-0BCC194AAF49}" dt="2026-06-04T19:49:43.665" v="16" actId="47"/>
        <pc:sldMkLst>
          <pc:docMk/>
          <pc:sldMk cId="633186398" sldId="384"/>
        </pc:sldMkLst>
      </pc:sldChg>
      <pc:sldChg chg="del">
        <pc:chgData name="Nadyah Al Abdouli Al Abdouli" userId="de7d6f541a15140f" providerId="LiveId" clId="{9AE177FA-04F7-4FFC-9831-0BCC194AAF49}" dt="2026-06-04T19:49:36.462" v="4" actId="47"/>
        <pc:sldMkLst>
          <pc:docMk/>
          <pc:sldMk cId="4272054783" sldId="385"/>
        </pc:sldMkLst>
      </pc:sldChg>
      <pc:sldChg chg="del">
        <pc:chgData name="Nadyah Al Abdouli Al Abdouli" userId="de7d6f541a15140f" providerId="LiveId" clId="{9AE177FA-04F7-4FFC-9831-0BCC194AAF49}" dt="2026-06-04T19:49:49.760" v="23" actId="47"/>
        <pc:sldMkLst>
          <pc:docMk/>
          <pc:sldMk cId="1762093650" sldId="386"/>
        </pc:sldMkLst>
      </pc:sldChg>
      <pc:sldChg chg="add del">
        <pc:chgData name="Nadyah Al Abdouli Al Abdouli" userId="de7d6f541a15140f" providerId="LiveId" clId="{9AE177FA-04F7-4FFC-9831-0BCC194AAF49}" dt="2026-06-04T19:49:57.103" v="27" actId="47"/>
        <pc:sldMkLst>
          <pc:docMk/>
          <pc:sldMk cId="2211289599" sldId="387"/>
        </pc:sldMkLst>
      </pc:sldChg>
      <pc:sldChg chg="del">
        <pc:chgData name="Nadyah Al Abdouli Al Abdouli" userId="de7d6f541a15140f" providerId="LiveId" clId="{9AE177FA-04F7-4FFC-9831-0BCC194AAF49}" dt="2026-06-04T19:49:40.103" v="7" actId="47"/>
        <pc:sldMkLst>
          <pc:docMk/>
          <pc:sldMk cId="418189645" sldId="388"/>
        </pc:sldMkLst>
      </pc:sldChg>
      <pc:sldChg chg="del">
        <pc:chgData name="Nadyah Al Abdouli Al Abdouli" userId="de7d6f541a15140f" providerId="LiveId" clId="{9AE177FA-04F7-4FFC-9831-0BCC194AAF49}" dt="2026-06-04T19:49:41.045" v="10" actId="47"/>
        <pc:sldMkLst>
          <pc:docMk/>
          <pc:sldMk cId="3225424431" sldId="390"/>
        </pc:sldMkLst>
      </pc:sldChg>
      <pc:sldChg chg="del">
        <pc:chgData name="Nadyah Al Abdouli Al Abdouli" userId="de7d6f541a15140f" providerId="LiveId" clId="{9AE177FA-04F7-4FFC-9831-0BCC194AAF49}" dt="2026-06-04T19:49:42.592" v="14" actId="47"/>
        <pc:sldMkLst>
          <pc:docMk/>
          <pc:sldMk cId="634845146" sldId="391"/>
        </pc:sldMkLst>
      </pc:sldChg>
      <pc:sldChg chg="del">
        <pc:chgData name="Nadyah Al Abdouli Al Abdouli" userId="de7d6f541a15140f" providerId="LiveId" clId="{9AE177FA-04F7-4FFC-9831-0BCC194AAF49}" dt="2026-06-04T19:49:44.499" v="18" actId="47"/>
        <pc:sldMkLst>
          <pc:docMk/>
          <pc:sldMk cId="4197808986" sldId="392"/>
        </pc:sldMkLst>
      </pc:sldChg>
      <pc:sldChg chg="del">
        <pc:chgData name="Nadyah Al Abdouli Al Abdouli" userId="de7d6f541a15140f" providerId="LiveId" clId="{9AE177FA-04F7-4FFC-9831-0BCC194AAF49}" dt="2026-06-04T19:49:45.078" v="19" actId="47"/>
        <pc:sldMkLst>
          <pc:docMk/>
          <pc:sldMk cId="3569463653" sldId="3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E56CD-B31E-4710-9575-B51954F77268}" type="datetimeFigureOut">
              <a:rPr lang="en-AE" smtClean="0"/>
              <a:t>04/06/2026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8E96D-F905-4C55-A13D-C171B03E7CC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99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3841224" y="3327137"/>
            <a:ext cx="10612699" cy="3842405"/>
          </a:xfrm>
          <a:prstGeom prst="rect">
            <a:avLst/>
          </a:prstGeom>
          <a:solidFill>
            <a:srgbClr val="F6F6E9"/>
          </a:solidFill>
        </p:spPr>
        <p:txBody>
          <a:bodyPr/>
          <a:lstStyle/>
          <a:p>
            <a:endParaRPr lang="en-AE" sz="12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-3895279">
            <a:off x="10367030" y="7995145"/>
            <a:ext cx="1529080" cy="1426214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800739" y="3593261"/>
            <a:ext cx="9678914" cy="2419188"/>
          </a:xfrm>
          <a:custGeom>
            <a:avLst/>
            <a:gdLst>
              <a:gd name="csX0" fmla="*/ 0 w 9678914"/>
              <a:gd name="csY0" fmla="*/ 0 h 2419188"/>
              <a:gd name="csX1" fmla="*/ 762926 w 9678914"/>
              <a:gd name="csY1" fmla="*/ 0 h 2419188"/>
              <a:gd name="csX2" fmla="*/ 1332274 w 9678914"/>
              <a:gd name="csY2" fmla="*/ 0 h 2419188"/>
              <a:gd name="csX3" fmla="*/ 1804833 w 9678914"/>
              <a:gd name="csY3" fmla="*/ 0 h 2419188"/>
              <a:gd name="csX4" fmla="*/ 2374181 w 9678914"/>
              <a:gd name="csY4" fmla="*/ 0 h 2419188"/>
              <a:gd name="csX5" fmla="*/ 3137107 w 9678914"/>
              <a:gd name="csY5" fmla="*/ 0 h 2419188"/>
              <a:gd name="csX6" fmla="*/ 3900033 w 9678914"/>
              <a:gd name="csY6" fmla="*/ 0 h 2419188"/>
              <a:gd name="csX7" fmla="*/ 4662959 w 9678914"/>
              <a:gd name="csY7" fmla="*/ 0 h 2419188"/>
              <a:gd name="csX8" fmla="*/ 5329096 w 9678914"/>
              <a:gd name="csY8" fmla="*/ 0 h 2419188"/>
              <a:gd name="csX9" fmla="*/ 5898444 w 9678914"/>
              <a:gd name="csY9" fmla="*/ 0 h 2419188"/>
              <a:gd name="csX10" fmla="*/ 6661370 w 9678914"/>
              <a:gd name="csY10" fmla="*/ 0 h 2419188"/>
              <a:gd name="csX11" fmla="*/ 7133929 w 9678914"/>
              <a:gd name="csY11" fmla="*/ 0 h 2419188"/>
              <a:gd name="csX12" fmla="*/ 7703277 w 9678914"/>
              <a:gd name="csY12" fmla="*/ 0 h 2419188"/>
              <a:gd name="csX13" fmla="*/ 8466203 w 9678914"/>
              <a:gd name="csY13" fmla="*/ 0 h 2419188"/>
              <a:gd name="csX14" fmla="*/ 8745183 w 9678914"/>
              <a:gd name="csY14" fmla="*/ 0 h 2419188"/>
              <a:gd name="csX15" fmla="*/ 9678914 w 9678914"/>
              <a:gd name="csY15" fmla="*/ 0 h 2419188"/>
              <a:gd name="csX16" fmla="*/ 9678914 w 9678914"/>
              <a:gd name="csY16" fmla="*/ 508029 h 2419188"/>
              <a:gd name="csX17" fmla="*/ 9678914 w 9678914"/>
              <a:gd name="csY17" fmla="*/ 919291 h 2419188"/>
              <a:gd name="csX18" fmla="*/ 9678914 w 9678914"/>
              <a:gd name="csY18" fmla="*/ 1354745 h 2419188"/>
              <a:gd name="csX19" fmla="*/ 9678914 w 9678914"/>
              <a:gd name="csY19" fmla="*/ 1766007 h 2419188"/>
              <a:gd name="csX20" fmla="*/ 9678914 w 9678914"/>
              <a:gd name="csY20" fmla="*/ 2419188 h 2419188"/>
              <a:gd name="csX21" fmla="*/ 9012777 w 9678914"/>
              <a:gd name="csY21" fmla="*/ 2419188 h 2419188"/>
              <a:gd name="csX22" fmla="*/ 8346640 w 9678914"/>
              <a:gd name="csY22" fmla="*/ 2419188 h 2419188"/>
              <a:gd name="csX23" fmla="*/ 7680503 w 9678914"/>
              <a:gd name="csY23" fmla="*/ 2419188 h 2419188"/>
              <a:gd name="csX24" fmla="*/ 6917577 w 9678914"/>
              <a:gd name="csY24" fmla="*/ 2419188 h 2419188"/>
              <a:gd name="csX25" fmla="*/ 6638596 w 9678914"/>
              <a:gd name="csY25" fmla="*/ 2419188 h 2419188"/>
              <a:gd name="csX26" fmla="*/ 6166038 w 9678914"/>
              <a:gd name="csY26" fmla="*/ 2419188 h 2419188"/>
              <a:gd name="csX27" fmla="*/ 5596690 w 9678914"/>
              <a:gd name="csY27" fmla="*/ 2419188 h 2419188"/>
              <a:gd name="csX28" fmla="*/ 4833764 w 9678914"/>
              <a:gd name="csY28" fmla="*/ 2419188 h 2419188"/>
              <a:gd name="csX29" fmla="*/ 4070837 w 9678914"/>
              <a:gd name="csY29" fmla="*/ 2419188 h 2419188"/>
              <a:gd name="csX30" fmla="*/ 3404700 w 9678914"/>
              <a:gd name="csY30" fmla="*/ 2419188 h 2419188"/>
              <a:gd name="csX31" fmla="*/ 2641774 w 9678914"/>
              <a:gd name="csY31" fmla="*/ 2419188 h 2419188"/>
              <a:gd name="csX32" fmla="*/ 2266005 w 9678914"/>
              <a:gd name="csY32" fmla="*/ 2419188 h 2419188"/>
              <a:gd name="csX33" fmla="*/ 1793446 w 9678914"/>
              <a:gd name="csY33" fmla="*/ 2419188 h 2419188"/>
              <a:gd name="csX34" fmla="*/ 1224098 w 9678914"/>
              <a:gd name="csY34" fmla="*/ 2419188 h 2419188"/>
              <a:gd name="csX35" fmla="*/ 654750 w 9678914"/>
              <a:gd name="csY35" fmla="*/ 2419188 h 2419188"/>
              <a:gd name="csX36" fmla="*/ 0 w 9678914"/>
              <a:gd name="csY36" fmla="*/ 2419188 h 2419188"/>
              <a:gd name="csX37" fmla="*/ 0 w 9678914"/>
              <a:gd name="csY37" fmla="*/ 1911159 h 2419188"/>
              <a:gd name="csX38" fmla="*/ 0 w 9678914"/>
              <a:gd name="csY38" fmla="*/ 1403129 h 2419188"/>
              <a:gd name="csX39" fmla="*/ 0 w 9678914"/>
              <a:gd name="csY39" fmla="*/ 991867 h 2419188"/>
              <a:gd name="csX40" fmla="*/ 0 w 9678914"/>
              <a:gd name="csY40" fmla="*/ 532221 h 2419188"/>
              <a:gd name="csX41" fmla="*/ 0 w 9678914"/>
              <a:gd name="csY41" fmla="*/ 0 h 241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678914" h="2419188" fill="none" extrusionOk="0">
                <a:moveTo>
                  <a:pt x="0" y="0"/>
                </a:moveTo>
                <a:cubicBezTo>
                  <a:pt x="276742" y="-52412"/>
                  <a:pt x="466975" y="15256"/>
                  <a:pt x="762926" y="0"/>
                </a:cubicBezTo>
                <a:cubicBezTo>
                  <a:pt x="1058877" y="-15256"/>
                  <a:pt x="1188958" y="27781"/>
                  <a:pt x="1332274" y="0"/>
                </a:cubicBezTo>
                <a:cubicBezTo>
                  <a:pt x="1475590" y="-27781"/>
                  <a:pt x="1648121" y="10326"/>
                  <a:pt x="1804833" y="0"/>
                </a:cubicBezTo>
                <a:cubicBezTo>
                  <a:pt x="1961545" y="-10326"/>
                  <a:pt x="2130376" y="30174"/>
                  <a:pt x="2374181" y="0"/>
                </a:cubicBezTo>
                <a:cubicBezTo>
                  <a:pt x="2617986" y="-30174"/>
                  <a:pt x="2965189" y="55976"/>
                  <a:pt x="3137107" y="0"/>
                </a:cubicBezTo>
                <a:cubicBezTo>
                  <a:pt x="3309025" y="-55976"/>
                  <a:pt x="3697079" y="74242"/>
                  <a:pt x="3900033" y="0"/>
                </a:cubicBezTo>
                <a:cubicBezTo>
                  <a:pt x="4102987" y="-74242"/>
                  <a:pt x="4489894" y="86144"/>
                  <a:pt x="4662959" y="0"/>
                </a:cubicBezTo>
                <a:cubicBezTo>
                  <a:pt x="4836024" y="-86144"/>
                  <a:pt x="5153076" y="19922"/>
                  <a:pt x="5329096" y="0"/>
                </a:cubicBezTo>
                <a:cubicBezTo>
                  <a:pt x="5505116" y="-19922"/>
                  <a:pt x="5628578" y="45012"/>
                  <a:pt x="5898444" y="0"/>
                </a:cubicBezTo>
                <a:cubicBezTo>
                  <a:pt x="6168310" y="-45012"/>
                  <a:pt x="6499939" y="44556"/>
                  <a:pt x="6661370" y="0"/>
                </a:cubicBezTo>
                <a:cubicBezTo>
                  <a:pt x="6822801" y="-44556"/>
                  <a:pt x="6951793" y="52884"/>
                  <a:pt x="7133929" y="0"/>
                </a:cubicBezTo>
                <a:cubicBezTo>
                  <a:pt x="7316065" y="-52884"/>
                  <a:pt x="7505656" y="9400"/>
                  <a:pt x="7703277" y="0"/>
                </a:cubicBezTo>
                <a:cubicBezTo>
                  <a:pt x="7900898" y="-9400"/>
                  <a:pt x="8100221" y="38291"/>
                  <a:pt x="8466203" y="0"/>
                </a:cubicBezTo>
                <a:cubicBezTo>
                  <a:pt x="8832185" y="-38291"/>
                  <a:pt x="8682449" y="23453"/>
                  <a:pt x="8745183" y="0"/>
                </a:cubicBezTo>
                <a:cubicBezTo>
                  <a:pt x="8807917" y="-23453"/>
                  <a:pt x="9403846" y="102487"/>
                  <a:pt x="9678914" y="0"/>
                </a:cubicBezTo>
                <a:cubicBezTo>
                  <a:pt x="9724399" y="164883"/>
                  <a:pt x="9669364" y="335348"/>
                  <a:pt x="9678914" y="508029"/>
                </a:cubicBezTo>
                <a:cubicBezTo>
                  <a:pt x="9688464" y="680710"/>
                  <a:pt x="9663942" y="773398"/>
                  <a:pt x="9678914" y="919291"/>
                </a:cubicBezTo>
                <a:cubicBezTo>
                  <a:pt x="9693886" y="1065184"/>
                  <a:pt x="9653418" y="1143985"/>
                  <a:pt x="9678914" y="1354745"/>
                </a:cubicBezTo>
                <a:cubicBezTo>
                  <a:pt x="9704410" y="1565505"/>
                  <a:pt x="9654423" y="1588280"/>
                  <a:pt x="9678914" y="1766007"/>
                </a:cubicBezTo>
                <a:cubicBezTo>
                  <a:pt x="9703405" y="1943734"/>
                  <a:pt x="9607456" y="2188347"/>
                  <a:pt x="9678914" y="2419188"/>
                </a:cubicBezTo>
                <a:cubicBezTo>
                  <a:pt x="9428946" y="2446735"/>
                  <a:pt x="9292286" y="2392922"/>
                  <a:pt x="9012777" y="2419188"/>
                </a:cubicBezTo>
                <a:cubicBezTo>
                  <a:pt x="8733268" y="2445454"/>
                  <a:pt x="8648183" y="2357603"/>
                  <a:pt x="8346640" y="2419188"/>
                </a:cubicBezTo>
                <a:cubicBezTo>
                  <a:pt x="8045097" y="2480773"/>
                  <a:pt x="7861150" y="2410824"/>
                  <a:pt x="7680503" y="2419188"/>
                </a:cubicBezTo>
                <a:cubicBezTo>
                  <a:pt x="7499856" y="2427552"/>
                  <a:pt x="7100480" y="2370432"/>
                  <a:pt x="6917577" y="2419188"/>
                </a:cubicBezTo>
                <a:cubicBezTo>
                  <a:pt x="6734674" y="2467944"/>
                  <a:pt x="6774580" y="2394433"/>
                  <a:pt x="6638596" y="2419188"/>
                </a:cubicBezTo>
                <a:cubicBezTo>
                  <a:pt x="6502612" y="2443943"/>
                  <a:pt x="6275979" y="2414978"/>
                  <a:pt x="6166038" y="2419188"/>
                </a:cubicBezTo>
                <a:cubicBezTo>
                  <a:pt x="6056097" y="2423398"/>
                  <a:pt x="5826334" y="2392930"/>
                  <a:pt x="5596690" y="2419188"/>
                </a:cubicBezTo>
                <a:cubicBezTo>
                  <a:pt x="5367046" y="2445446"/>
                  <a:pt x="5172052" y="2382819"/>
                  <a:pt x="4833764" y="2419188"/>
                </a:cubicBezTo>
                <a:cubicBezTo>
                  <a:pt x="4495476" y="2455557"/>
                  <a:pt x="4391167" y="2415329"/>
                  <a:pt x="4070837" y="2419188"/>
                </a:cubicBezTo>
                <a:cubicBezTo>
                  <a:pt x="3750507" y="2423047"/>
                  <a:pt x="3598850" y="2377634"/>
                  <a:pt x="3404700" y="2419188"/>
                </a:cubicBezTo>
                <a:cubicBezTo>
                  <a:pt x="3210550" y="2460742"/>
                  <a:pt x="2987719" y="2378238"/>
                  <a:pt x="2641774" y="2419188"/>
                </a:cubicBezTo>
                <a:cubicBezTo>
                  <a:pt x="2295829" y="2460138"/>
                  <a:pt x="2382700" y="2410048"/>
                  <a:pt x="2266005" y="2419188"/>
                </a:cubicBezTo>
                <a:cubicBezTo>
                  <a:pt x="2149310" y="2428328"/>
                  <a:pt x="1986312" y="2391188"/>
                  <a:pt x="1793446" y="2419188"/>
                </a:cubicBezTo>
                <a:cubicBezTo>
                  <a:pt x="1600580" y="2447188"/>
                  <a:pt x="1378727" y="2413404"/>
                  <a:pt x="1224098" y="2419188"/>
                </a:cubicBezTo>
                <a:cubicBezTo>
                  <a:pt x="1069469" y="2424972"/>
                  <a:pt x="777863" y="2416337"/>
                  <a:pt x="654750" y="2419188"/>
                </a:cubicBezTo>
                <a:cubicBezTo>
                  <a:pt x="531637" y="2422039"/>
                  <a:pt x="288396" y="2359387"/>
                  <a:pt x="0" y="2419188"/>
                </a:cubicBezTo>
                <a:cubicBezTo>
                  <a:pt x="-51609" y="2235683"/>
                  <a:pt x="14654" y="2150932"/>
                  <a:pt x="0" y="1911159"/>
                </a:cubicBezTo>
                <a:cubicBezTo>
                  <a:pt x="-14654" y="1671386"/>
                  <a:pt x="26614" y="1529953"/>
                  <a:pt x="0" y="1403129"/>
                </a:cubicBezTo>
                <a:cubicBezTo>
                  <a:pt x="-26614" y="1276305"/>
                  <a:pt x="47685" y="1135138"/>
                  <a:pt x="0" y="991867"/>
                </a:cubicBezTo>
                <a:cubicBezTo>
                  <a:pt x="-47685" y="848596"/>
                  <a:pt x="8183" y="698285"/>
                  <a:pt x="0" y="532221"/>
                </a:cubicBezTo>
                <a:cubicBezTo>
                  <a:pt x="-8183" y="366157"/>
                  <a:pt x="3937" y="148603"/>
                  <a:pt x="0" y="0"/>
                </a:cubicBezTo>
                <a:close/>
              </a:path>
              <a:path w="9678914" h="2419188" stroke="0" extrusionOk="0">
                <a:moveTo>
                  <a:pt x="0" y="0"/>
                </a:moveTo>
                <a:cubicBezTo>
                  <a:pt x="314967" y="-457"/>
                  <a:pt x="376142" y="22104"/>
                  <a:pt x="666137" y="0"/>
                </a:cubicBezTo>
                <a:cubicBezTo>
                  <a:pt x="956132" y="-22104"/>
                  <a:pt x="1028828" y="10767"/>
                  <a:pt x="1138696" y="0"/>
                </a:cubicBezTo>
                <a:cubicBezTo>
                  <a:pt x="1248564" y="-10767"/>
                  <a:pt x="1352659" y="45005"/>
                  <a:pt x="1514465" y="0"/>
                </a:cubicBezTo>
                <a:cubicBezTo>
                  <a:pt x="1676271" y="-45005"/>
                  <a:pt x="1745743" y="42637"/>
                  <a:pt x="1890235" y="0"/>
                </a:cubicBezTo>
                <a:cubicBezTo>
                  <a:pt x="2034727" y="-42637"/>
                  <a:pt x="2307666" y="54480"/>
                  <a:pt x="2459583" y="0"/>
                </a:cubicBezTo>
                <a:cubicBezTo>
                  <a:pt x="2611500" y="-54480"/>
                  <a:pt x="3016932" y="41927"/>
                  <a:pt x="3222509" y="0"/>
                </a:cubicBezTo>
                <a:cubicBezTo>
                  <a:pt x="3428086" y="-41927"/>
                  <a:pt x="3728058" y="5978"/>
                  <a:pt x="3985435" y="0"/>
                </a:cubicBezTo>
                <a:cubicBezTo>
                  <a:pt x="4242812" y="-5978"/>
                  <a:pt x="4202166" y="3591"/>
                  <a:pt x="4361205" y="0"/>
                </a:cubicBezTo>
                <a:cubicBezTo>
                  <a:pt x="4520244" y="-3591"/>
                  <a:pt x="4777624" y="56714"/>
                  <a:pt x="5027342" y="0"/>
                </a:cubicBezTo>
                <a:cubicBezTo>
                  <a:pt x="5277060" y="-56714"/>
                  <a:pt x="5469074" y="78988"/>
                  <a:pt x="5693479" y="0"/>
                </a:cubicBezTo>
                <a:cubicBezTo>
                  <a:pt x="5917884" y="-78988"/>
                  <a:pt x="6177015" y="39009"/>
                  <a:pt x="6359616" y="0"/>
                </a:cubicBezTo>
                <a:cubicBezTo>
                  <a:pt x="6542217" y="-39009"/>
                  <a:pt x="6658616" y="7651"/>
                  <a:pt x="6735385" y="0"/>
                </a:cubicBezTo>
                <a:cubicBezTo>
                  <a:pt x="6812154" y="-7651"/>
                  <a:pt x="6924332" y="42810"/>
                  <a:pt x="7111155" y="0"/>
                </a:cubicBezTo>
                <a:cubicBezTo>
                  <a:pt x="7297978" y="-42810"/>
                  <a:pt x="7334200" y="11708"/>
                  <a:pt x="7390136" y="0"/>
                </a:cubicBezTo>
                <a:cubicBezTo>
                  <a:pt x="7446072" y="-11708"/>
                  <a:pt x="7647878" y="3068"/>
                  <a:pt x="7765905" y="0"/>
                </a:cubicBezTo>
                <a:cubicBezTo>
                  <a:pt x="7883932" y="-3068"/>
                  <a:pt x="7982009" y="13942"/>
                  <a:pt x="8044886" y="0"/>
                </a:cubicBezTo>
                <a:cubicBezTo>
                  <a:pt x="8107763" y="-13942"/>
                  <a:pt x="8448459" y="53091"/>
                  <a:pt x="8711023" y="0"/>
                </a:cubicBezTo>
                <a:cubicBezTo>
                  <a:pt x="8973587" y="-53091"/>
                  <a:pt x="8951785" y="1248"/>
                  <a:pt x="9183581" y="0"/>
                </a:cubicBezTo>
                <a:cubicBezTo>
                  <a:pt x="9415377" y="-1248"/>
                  <a:pt x="9539183" y="26717"/>
                  <a:pt x="9678914" y="0"/>
                </a:cubicBezTo>
                <a:cubicBezTo>
                  <a:pt x="9726439" y="135298"/>
                  <a:pt x="9647685" y="318251"/>
                  <a:pt x="9678914" y="435454"/>
                </a:cubicBezTo>
                <a:cubicBezTo>
                  <a:pt x="9710143" y="552657"/>
                  <a:pt x="9642259" y="641223"/>
                  <a:pt x="9678914" y="846716"/>
                </a:cubicBezTo>
                <a:cubicBezTo>
                  <a:pt x="9715569" y="1052209"/>
                  <a:pt x="9638502" y="1200722"/>
                  <a:pt x="9678914" y="1354745"/>
                </a:cubicBezTo>
                <a:cubicBezTo>
                  <a:pt x="9719326" y="1508768"/>
                  <a:pt x="9641347" y="1707399"/>
                  <a:pt x="9678914" y="1814391"/>
                </a:cubicBezTo>
                <a:cubicBezTo>
                  <a:pt x="9716481" y="1921383"/>
                  <a:pt x="9622241" y="2239970"/>
                  <a:pt x="9678914" y="2419188"/>
                </a:cubicBezTo>
                <a:cubicBezTo>
                  <a:pt x="9420338" y="2472053"/>
                  <a:pt x="9365332" y="2354103"/>
                  <a:pt x="9109566" y="2419188"/>
                </a:cubicBezTo>
                <a:cubicBezTo>
                  <a:pt x="8853800" y="2484273"/>
                  <a:pt x="8783273" y="2372998"/>
                  <a:pt x="8540218" y="2419188"/>
                </a:cubicBezTo>
                <a:cubicBezTo>
                  <a:pt x="8297163" y="2465378"/>
                  <a:pt x="8380412" y="2418348"/>
                  <a:pt x="8261238" y="2419188"/>
                </a:cubicBezTo>
                <a:cubicBezTo>
                  <a:pt x="8142064" y="2420028"/>
                  <a:pt x="7949871" y="2393919"/>
                  <a:pt x="7788679" y="2419188"/>
                </a:cubicBezTo>
                <a:cubicBezTo>
                  <a:pt x="7627487" y="2444457"/>
                  <a:pt x="7448065" y="2364964"/>
                  <a:pt x="7122542" y="2419188"/>
                </a:cubicBezTo>
                <a:cubicBezTo>
                  <a:pt x="6797019" y="2473412"/>
                  <a:pt x="6620595" y="2330614"/>
                  <a:pt x="6359616" y="2419188"/>
                </a:cubicBezTo>
                <a:cubicBezTo>
                  <a:pt x="6098637" y="2507762"/>
                  <a:pt x="6145669" y="2390982"/>
                  <a:pt x="6080635" y="2419188"/>
                </a:cubicBezTo>
                <a:cubicBezTo>
                  <a:pt x="6015601" y="2447394"/>
                  <a:pt x="5721014" y="2362008"/>
                  <a:pt x="5511288" y="2419188"/>
                </a:cubicBezTo>
                <a:cubicBezTo>
                  <a:pt x="5301562" y="2476368"/>
                  <a:pt x="5044064" y="2396804"/>
                  <a:pt x="4748361" y="2419188"/>
                </a:cubicBezTo>
                <a:cubicBezTo>
                  <a:pt x="4452658" y="2441572"/>
                  <a:pt x="4455868" y="2363327"/>
                  <a:pt x="4275803" y="2419188"/>
                </a:cubicBezTo>
                <a:cubicBezTo>
                  <a:pt x="4095738" y="2475049"/>
                  <a:pt x="3800255" y="2416320"/>
                  <a:pt x="3512876" y="2419188"/>
                </a:cubicBezTo>
                <a:cubicBezTo>
                  <a:pt x="3225497" y="2422056"/>
                  <a:pt x="3070513" y="2393979"/>
                  <a:pt x="2846739" y="2419188"/>
                </a:cubicBezTo>
                <a:cubicBezTo>
                  <a:pt x="2622965" y="2444397"/>
                  <a:pt x="2665796" y="2414994"/>
                  <a:pt x="2567759" y="2419188"/>
                </a:cubicBezTo>
                <a:cubicBezTo>
                  <a:pt x="2469722" y="2423382"/>
                  <a:pt x="2088539" y="2411412"/>
                  <a:pt x="1901622" y="2419188"/>
                </a:cubicBezTo>
                <a:cubicBezTo>
                  <a:pt x="1714705" y="2426964"/>
                  <a:pt x="1664340" y="2402492"/>
                  <a:pt x="1429063" y="2419188"/>
                </a:cubicBezTo>
                <a:cubicBezTo>
                  <a:pt x="1193786" y="2435884"/>
                  <a:pt x="1066876" y="2389275"/>
                  <a:pt x="762926" y="2419188"/>
                </a:cubicBezTo>
                <a:cubicBezTo>
                  <a:pt x="458976" y="2449101"/>
                  <a:pt x="202561" y="2387931"/>
                  <a:pt x="0" y="2419188"/>
                </a:cubicBezTo>
                <a:cubicBezTo>
                  <a:pt x="-14631" y="2238735"/>
                  <a:pt x="23215" y="2112068"/>
                  <a:pt x="0" y="1886967"/>
                </a:cubicBezTo>
                <a:cubicBezTo>
                  <a:pt x="-23215" y="1661866"/>
                  <a:pt x="11805" y="1554619"/>
                  <a:pt x="0" y="1451513"/>
                </a:cubicBezTo>
                <a:cubicBezTo>
                  <a:pt x="-11805" y="1348407"/>
                  <a:pt x="13925" y="1155714"/>
                  <a:pt x="0" y="943483"/>
                </a:cubicBezTo>
                <a:cubicBezTo>
                  <a:pt x="-13925" y="731252"/>
                  <a:pt x="37975" y="648468"/>
                  <a:pt x="0" y="435454"/>
                </a:cubicBezTo>
                <a:cubicBezTo>
                  <a:pt x="-37975" y="222440"/>
                  <a:pt x="29509" y="174533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7174300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600" dirty="0">
                <a:latin typeface="Segoe UI" panose="020B0502040204020203" pitchFamily="34" charset="0"/>
              </a:rPr>
              <a:t>Grade 8 Access</a:t>
            </a:r>
            <a:r>
              <a:rPr lang="en-US" sz="36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latin typeface="Segoe UI" panose="020B0502040204020203" pitchFamily="34" charset="0"/>
              </a:rPr>
              <a:t>Reading – Vocabulary – Grammar 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latin typeface="Segoe UI" panose="020B0502040204020203" pitchFamily="34" charset="0"/>
              </a:rPr>
              <a:t> Final Term 3 Exam Revision</a:t>
            </a:r>
            <a:endParaRPr lang="en-US" sz="3600" dirty="0">
              <a:solidFill>
                <a:srgbClr val="291B25"/>
              </a:solidFill>
              <a:latin typeface="Nunito Sans Regular Bold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80AC16D5-ACD7-5AEA-6978-41791580E06A}"/>
              </a:ext>
            </a:extLst>
          </p:cNvPr>
          <p:cNvSpPr txBox="1"/>
          <p:nvPr/>
        </p:nvSpPr>
        <p:spPr>
          <a:xfrm>
            <a:off x="8305800" y="7958992"/>
            <a:ext cx="6267876" cy="846386"/>
          </a:xfrm>
          <a:custGeom>
            <a:avLst/>
            <a:gdLst>
              <a:gd name="csX0" fmla="*/ 0 w 6267876"/>
              <a:gd name="csY0" fmla="*/ 0 h 846386"/>
              <a:gd name="csX1" fmla="*/ 444449 w 6267876"/>
              <a:gd name="csY1" fmla="*/ 0 h 846386"/>
              <a:gd name="csX2" fmla="*/ 888899 w 6267876"/>
              <a:gd name="csY2" fmla="*/ 0 h 846386"/>
              <a:gd name="csX3" fmla="*/ 1333348 w 6267876"/>
              <a:gd name="csY3" fmla="*/ 0 h 846386"/>
              <a:gd name="csX4" fmla="*/ 1715119 w 6267876"/>
              <a:gd name="csY4" fmla="*/ 0 h 846386"/>
              <a:gd name="csX5" fmla="*/ 2159568 w 6267876"/>
              <a:gd name="csY5" fmla="*/ 0 h 846386"/>
              <a:gd name="csX6" fmla="*/ 2729375 w 6267876"/>
              <a:gd name="csY6" fmla="*/ 0 h 846386"/>
              <a:gd name="csX7" fmla="*/ 3173824 w 6267876"/>
              <a:gd name="csY7" fmla="*/ 0 h 846386"/>
              <a:gd name="csX8" fmla="*/ 3868989 w 6267876"/>
              <a:gd name="csY8" fmla="*/ 0 h 846386"/>
              <a:gd name="csX9" fmla="*/ 4501475 w 6267876"/>
              <a:gd name="csY9" fmla="*/ 0 h 846386"/>
              <a:gd name="csX10" fmla="*/ 4945924 w 6267876"/>
              <a:gd name="csY10" fmla="*/ 0 h 846386"/>
              <a:gd name="csX11" fmla="*/ 5578410 w 6267876"/>
              <a:gd name="csY11" fmla="*/ 0 h 846386"/>
              <a:gd name="csX12" fmla="*/ 6267876 w 6267876"/>
              <a:gd name="csY12" fmla="*/ 0 h 846386"/>
              <a:gd name="csX13" fmla="*/ 6267876 w 6267876"/>
              <a:gd name="csY13" fmla="*/ 414729 h 846386"/>
              <a:gd name="csX14" fmla="*/ 6267876 w 6267876"/>
              <a:gd name="csY14" fmla="*/ 846386 h 846386"/>
              <a:gd name="csX15" fmla="*/ 5698069 w 6267876"/>
              <a:gd name="csY15" fmla="*/ 846386 h 846386"/>
              <a:gd name="csX16" fmla="*/ 5065583 w 6267876"/>
              <a:gd name="csY16" fmla="*/ 846386 h 846386"/>
              <a:gd name="csX17" fmla="*/ 4495777 w 6267876"/>
              <a:gd name="csY17" fmla="*/ 846386 h 846386"/>
              <a:gd name="csX18" fmla="*/ 4114006 w 6267876"/>
              <a:gd name="csY18" fmla="*/ 846386 h 846386"/>
              <a:gd name="csX19" fmla="*/ 3544199 w 6267876"/>
              <a:gd name="csY19" fmla="*/ 846386 h 846386"/>
              <a:gd name="csX20" fmla="*/ 2911713 w 6267876"/>
              <a:gd name="csY20" fmla="*/ 846386 h 846386"/>
              <a:gd name="csX21" fmla="*/ 2279228 w 6267876"/>
              <a:gd name="csY21" fmla="*/ 846386 h 846386"/>
              <a:gd name="csX22" fmla="*/ 1584063 w 6267876"/>
              <a:gd name="csY22" fmla="*/ 846386 h 846386"/>
              <a:gd name="csX23" fmla="*/ 1014256 w 6267876"/>
              <a:gd name="csY23" fmla="*/ 846386 h 846386"/>
              <a:gd name="csX24" fmla="*/ 0 w 6267876"/>
              <a:gd name="csY24" fmla="*/ 846386 h 846386"/>
              <a:gd name="csX25" fmla="*/ 0 w 6267876"/>
              <a:gd name="csY25" fmla="*/ 431657 h 846386"/>
              <a:gd name="csX26" fmla="*/ 0 w 6267876"/>
              <a:gd name="csY26" fmla="*/ 0 h 8463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267876" h="846386" fill="none" extrusionOk="0">
                <a:moveTo>
                  <a:pt x="0" y="0"/>
                </a:moveTo>
                <a:cubicBezTo>
                  <a:pt x="180327" y="-13291"/>
                  <a:pt x="264515" y="16973"/>
                  <a:pt x="444449" y="0"/>
                </a:cubicBezTo>
                <a:cubicBezTo>
                  <a:pt x="624383" y="-16973"/>
                  <a:pt x="726937" y="17045"/>
                  <a:pt x="888899" y="0"/>
                </a:cubicBezTo>
                <a:cubicBezTo>
                  <a:pt x="1050861" y="-17045"/>
                  <a:pt x="1171799" y="48526"/>
                  <a:pt x="1333348" y="0"/>
                </a:cubicBezTo>
                <a:cubicBezTo>
                  <a:pt x="1494897" y="-48526"/>
                  <a:pt x="1604308" y="40205"/>
                  <a:pt x="1715119" y="0"/>
                </a:cubicBezTo>
                <a:cubicBezTo>
                  <a:pt x="1825930" y="-40205"/>
                  <a:pt x="2022396" y="13901"/>
                  <a:pt x="2159568" y="0"/>
                </a:cubicBezTo>
                <a:cubicBezTo>
                  <a:pt x="2296740" y="-13901"/>
                  <a:pt x="2506361" y="59366"/>
                  <a:pt x="2729375" y="0"/>
                </a:cubicBezTo>
                <a:cubicBezTo>
                  <a:pt x="2952389" y="-59366"/>
                  <a:pt x="3012014" y="38780"/>
                  <a:pt x="3173824" y="0"/>
                </a:cubicBezTo>
                <a:cubicBezTo>
                  <a:pt x="3335634" y="-38780"/>
                  <a:pt x="3712647" y="24450"/>
                  <a:pt x="3868989" y="0"/>
                </a:cubicBezTo>
                <a:cubicBezTo>
                  <a:pt x="4025332" y="-24450"/>
                  <a:pt x="4276457" y="5909"/>
                  <a:pt x="4501475" y="0"/>
                </a:cubicBezTo>
                <a:cubicBezTo>
                  <a:pt x="4726493" y="-5909"/>
                  <a:pt x="4724026" y="26811"/>
                  <a:pt x="4945924" y="0"/>
                </a:cubicBezTo>
                <a:cubicBezTo>
                  <a:pt x="5167822" y="-26811"/>
                  <a:pt x="5438893" y="11842"/>
                  <a:pt x="5578410" y="0"/>
                </a:cubicBezTo>
                <a:cubicBezTo>
                  <a:pt x="5717927" y="-11842"/>
                  <a:pt x="6014600" y="46253"/>
                  <a:pt x="6267876" y="0"/>
                </a:cubicBezTo>
                <a:cubicBezTo>
                  <a:pt x="6309076" y="203932"/>
                  <a:pt x="6250759" y="238216"/>
                  <a:pt x="6267876" y="414729"/>
                </a:cubicBezTo>
                <a:cubicBezTo>
                  <a:pt x="6284993" y="591242"/>
                  <a:pt x="6255804" y="648807"/>
                  <a:pt x="6267876" y="846386"/>
                </a:cubicBezTo>
                <a:cubicBezTo>
                  <a:pt x="6137448" y="879882"/>
                  <a:pt x="5894124" y="835874"/>
                  <a:pt x="5698069" y="846386"/>
                </a:cubicBezTo>
                <a:cubicBezTo>
                  <a:pt x="5502014" y="856898"/>
                  <a:pt x="5362839" y="814430"/>
                  <a:pt x="5065583" y="846386"/>
                </a:cubicBezTo>
                <a:cubicBezTo>
                  <a:pt x="4768327" y="878342"/>
                  <a:pt x="4719403" y="824722"/>
                  <a:pt x="4495777" y="846386"/>
                </a:cubicBezTo>
                <a:cubicBezTo>
                  <a:pt x="4272151" y="868050"/>
                  <a:pt x="4284178" y="832767"/>
                  <a:pt x="4114006" y="846386"/>
                </a:cubicBezTo>
                <a:cubicBezTo>
                  <a:pt x="3943834" y="860005"/>
                  <a:pt x="3810804" y="839606"/>
                  <a:pt x="3544199" y="846386"/>
                </a:cubicBezTo>
                <a:cubicBezTo>
                  <a:pt x="3277594" y="853166"/>
                  <a:pt x="3148146" y="795036"/>
                  <a:pt x="2911713" y="846386"/>
                </a:cubicBezTo>
                <a:cubicBezTo>
                  <a:pt x="2675280" y="897736"/>
                  <a:pt x="2483925" y="813453"/>
                  <a:pt x="2279228" y="846386"/>
                </a:cubicBezTo>
                <a:cubicBezTo>
                  <a:pt x="2074532" y="879319"/>
                  <a:pt x="1926532" y="778726"/>
                  <a:pt x="1584063" y="846386"/>
                </a:cubicBezTo>
                <a:cubicBezTo>
                  <a:pt x="1241595" y="914046"/>
                  <a:pt x="1146795" y="835961"/>
                  <a:pt x="1014256" y="846386"/>
                </a:cubicBezTo>
                <a:cubicBezTo>
                  <a:pt x="881717" y="856811"/>
                  <a:pt x="358966" y="726844"/>
                  <a:pt x="0" y="846386"/>
                </a:cubicBezTo>
                <a:cubicBezTo>
                  <a:pt x="-46490" y="671463"/>
                  <a:pt x="30407" y="629693"/>
                  <a:pt x="0" y="431657"/>
                </a:cubicBezTo>
                <a:cubicBezTo>
                  <a:pt x="-30407" y="233621"/>
                  <a:pt x="33706" y="191352"/>
                  <a:pt x="0" y="0"/>
                </a:cubicBezTo>
                <a:close/>
              </a:path>
              <a:path w="6267876" h="846386" stroke="0" extrusionOk="0">
                <a:moveTo>
                  <a:pt x="0" y="0"/>
                </a:moveTo>
                <a:cubicBezTo>
                  <a:pt x="103763" y="-41806"/>
                  <a:pt x="197541" y="9410"/>
                  <a:pt x="381771" y="0"/>
                </a:cubicBezTo>
                <a:cubicBezTo>
                  <a:pt x="566001" y="-9410"/>
                  <a:pt x="664932" y="56090"/>
                  <a:pt x="888899" y="0"/>
                </a:cubicBezTo>
                <a:cubicBezTo>
                  <a:pt x="1112866" y="-56090"/>
                  <a:pt x="1103118" y="39518"/>
                  <a:pt x="1270669" y="0"/>
                </a:cubicBezTo>
                <a:cubicBezTo>
                  <a:pt x="1438220" y="-39518"/>
                  <a:pt x="1646475" y="55425"/>
                  <a:pt x="1965834" y="0"/>
                </a:cubicBezTo>
                <a:cubicBezTo>
                  <a:pt x="2285194" y="-55425"/>
                  <a:pt x="2363811" y="69180"/>
                  <a:pt x="2598320" y="0"/>
                </a:cubicBezTo>
                <a:cubicBezTo>
                  <a:pt x="2832829" y="-69180"/>
                  <a:pt x="3041785" y="81146"/>
                  <a:pt x="3293484" y="0"/>
                </a:cubicBezTo>
                <a:cubicBezTo>
                  <a:pt x="3545183" y="-81146"/>
                  <a:pt x="3773000" y="25914"/>
                  <a:pt x="3925970" y="0"/>
                </a:cubicBezTo>
                <a:cubicBezTo>
                  <a:pt x="4078940" y="-25914"/>
                  <a:pt x="4266928" y="15187"/>
                  <a:pt x="4433098" y="0"/>
                </a:cubicBezTo>
                <a:cubicBezTo>
                  <a:pt x="4599268" y="-15187"/>
                  <a:pt x="4749176" y="29162"/>
                  <a:pt x="4877547" y="0"/>
                </a:cubicBezTo>
                <a:cubicBezTo>
                  <a:pt x="5005918" y="-29162"/>
                  <a:pt x="5280866" y="32630"/>
                  <a:pt x="5384675" y="0"/>
                </a:cubicBezTo>
                <a:cubicBezTo>
                  <a:pt x="5488484" y="-32630"/>
                  <a:pt x="5637261" y="40097"/>
                  <a:pt x="5766446" y="0"/>
                </a:cubicBezTo>
                <a:cubicBezTo>
                  <a:pt x="5895631" y="-40097"/>
                  <a:pt x="6035281" y="34259"/>
                  <a:pt x="6267876" y="0"/>
                </a:cubicBezTo>
                <a:cubicBezTo>
                  <a:pt x="6278039" y="192132"/>
                  <a:pt x="6239624" y="224389"/>
                  <a:pt x="6267876" y="423193"/>
                </a:cubicBezTo>
                <a:cubicBezTo>
                  <a:pt x="6296128" y="621997"/>
                  <a:pt x="6249415" y="650444"/>
                  <a:pt x="6267876" y="846386"/>
                </a:cubicBezTo>
                <a:cubicBezTo>
                  <a:pt x="6010806" y="896451"/>
                  <a:pt x="5880999" y="796538"/>
                  <a:pt x="5635390" y="846386"/>
                </a:cubicBezTo>
                <a:cubicBezTo>
                  <a:pt x="5389781" y="896234"/>
                  <a:pt x="5281812" y="809956"/>
                  <a:pt x="4940226" y="846386"/>
                </a:cubicBezTo>
                <a:cubicBezTo>
                  <a:pt x="4598640" y="882816"/>
                  <a:pt x="4702909" y="843296"/>
                  <a:pt x="4495777" y="846386"/>
                </a:cubicBezTo>
                <a:cubicBezTo>
                  <a:pt x="4288645" y="849476"/>
                  <a:pt x="3971389" y="841686"/>
                  <a:pt x="3800612" y="846386"/>
                </a:cubicBezTo>
                <a:cubicBezTo>
                  <a:pt x="3629835" y="851086"/>
                  <a:pt x="3595599" y="810335"/>
                  <a:pt x="3418841" y="846386"/>
                </a:cubicBezTo>
                <a:cubicBezTo>
                  <a:pt x="3242083" y="882437"/>
                  <a:pt x="3102876" y="819754"/>
                  <a:pt x="2911713" y="846386"/>
                </a:cubicBezTo>
                <a:cubicBezTo>
                  <a:pt x="2720550" y="873018"/>
                  <a:pt x="2537784" y="779161"/>
                  <a:pt x="2341906" y="846386"/>
                </a:cubicBezTo>
                <a:cubicBezTo>
                  <a:pt x="2146028" y="913611"/>
                  <a:pt x="1899932" y="768452"/>
                  <a:pt x="1646742" y="846386"/>
                </a:cubicBezTo>
                <a:cubicBezTo>
                  <a:pt x="1393552" y="924320"/>
                  <a:pt x="1291470" y="798567"/>
                  <a:pt x="1014256" y="846386"/>
                </a:cubicBezTo>
                <a:cubicBezTo>
                  <a:pt x="737042" y="894205"/>
                  <a:pt x="302227" y="781527"/>
                  <a:pt x="0" y="846386"/>
                </a:cubicBezTo>
                <a:cubicBezTo>
                  <a:pt x="-21526" y="680689"/>
                  <a:pt x="32216" y="550653"/>
                  <a:pt x="0" y="431657"/>
                </a:cubicBezTo>
                <a:cubicBezTo>
                  <a:pt x="-32216" y="312661"/>
                  <a:pt x="31694" y="173375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14117368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Nunito Sans Regular Bold"/>
              </a:rPr>
              <a:t>Teacher Nadia Al Abdouli</a:t>
            </a: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9A4F21D9-90F7-D1DB-4A1D-9EF4C0556E75}"/>
              </a:ext>
            </a:extLst>
          </p:cNvPr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93C9B0A6-3895-0932-672F-97F96E30A9C6}"/>
              </a:ext>
            </a:extLst>
          </p:cNvPr>
          <p:cNvSpPr/>
          <p:nvPr/>
        </p:nvSpPr>
        <p:spPr>
          <a:xfrm flipH="1">
            <a:off x="-2558364" y="-300104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4"/>
                </a:lnTo>
                <a:lnTo>
                  <a:pt x="11546413" y="1595504"/>
                </a:lnTo>
                <a:lnTo>
                  <a:pt x="1154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C345D5F5-93B0-73B9-8CD3-BD8830C1CEAE}"/>
              </a:ext>
            </a:extLst>
          </p:cNvPr>
          <p:cNvSpPr/>
          <p:nvPr/>
        </p:nvSpPr>
        <p:spPr>
          <a:xfrm rot="291669">
            <a:off x="673548" y="1334587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25FCB9F2-8D17-D9DF-3771-05036AF90643}"/>
              </a:ext>
            </a:extLst>
          </p:cNvPr>
          <p:cNvSpPr/>
          <p:nvPr/>
        </p:nvSpPr>
        <p:spPr>
          <a:xfrm>
            <a:off x="241159" y="4246823"/>
            <a:ext cx="2934218" cy="3685866"/>
          </a:xfrm>
          <a:custGeom>
            <a:avLst/>
            <a:gdLst/>
            <a:ahLst/>
            <a:cxnLst/>
            <a:rect l="l" t="t" r="r" b="b"/>
            <a:pathLst>
              <a:path w="3713137" h="4248440">
                <a:moveTo>
                  <a:pt x="0" y="0"/>
                </a:moveTo>
                <a:lnTo>
                  <a:pt x="3713137" y="0"/>
                </a:lnTo>
                <a:lnTo>
                  <a:pt x="3713137" y="4248440"/>
                </a:lnTo>
                <a:lnTo>
                  <a:pt x="0" y="4248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89E5C20F-5923-D9FA-45BA-679826ED7A70}"/>
              </a:ext>
            </a:extLst>
          </p:cNvPr>
          <p:cNvSpPr/>
          <p:nvPr/>
        </p:nvSpPr>
        <p:spPr>
          <a:xfrm rot="-3119757" flipV="1">
            <a:off x="14226484" y="2555198"/>
            <a:ext cx="5061144" cy="3570552"/>
          </a:xfrm>
          <a:custGeom>
            <a:avLst/>
            <a:gdLst/>
            <a:ahLst/>
            <a:cxnLst/>
            <a:rect l="l" t="t" r="r" b="b"/>
            <a:pathLst>
              <a:path w="4560715" h="4833128">
                <a:moveTo>
                  <a:pt x="0" y="4833128"/>
                </a:moveTo>
                <a:lnTo>
                  <a:pt x="4560715" y="4833128"/>
                </a:lnTo>
                <a:lnTo>
                  <a:pt x="4560715" y="0"/>
                </a:lnTo>
                <a:lnTo>
                  <a:pt x="0" y="0"/>
                </a:lnTo>
                <a:lnTo>
                  <a:pt x="0" y="4833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4DC53752-93D2-607F-241B-3078B2D1F118}"/>
              </a:ext>
            </a:extLst>
          </p:cNvPr>
          <p:cNvSpPr/>
          <p:nvPr/>
        </p:nvSpPr>
        <p:spPr>
          <a:xfrm rot="21308331" flipH="1">
            <a:off x="14012365" y="6623491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DFBE8611-D9FB-F6EE-63C5-0AE41A5D9BD5}"/>
              </a:ext>
            </a:extLst>
          </p:cNvPr>
          <p:cNvSpPr/>
          <p:nvPr/>
        </p:nvSpPr>
        <p:spPr>
          <a:xfrm rot="1089921" flipH="1" flipV="1">
            <a:off x="20194" y="6267672"/>
            <a:ext cx="4560715" cy="4833128"/>
          </a:xfrm>
          <a:custGeom>
            <a:avLst/>
            <a:gdLst/>
            <a:ahLst/>
            <a:cxnLst/>
            <a:rect l="l" t="t" r="r" b="b"/>
            <a:pathLst>
              <a:path w="4560715" h="4833128">
                <a:moveTo>
                  <a:pt x="0" y="4833128"/>
                </a:moveTo>
                <a:lnTo>
                  <a:pt x="4560715" y="4833128"/>
                </a:lnTo>
                <a:lnTo>
                  <a:pt x="4560715" y="0"/>
                </a:lnTo>
                <a:lnTo>
                  <a:pt x="0" y="0"/>
                </a:lnTo>
                <a:lnTo>
                  <a:pt x="0" y="4833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38" name="Picture 37" descr="A logo of a bird with a flag and text&#10;&#10;AI-generated content may be incorrect.">
            <a:extLst>
              <a:ext uri="{FF2B5EF4-FFF2-40B4-BE49-F238E27FC236}">
                <a16:creationId xmlns:a16="http://schemas.microsoft.com/office/drawing/2014/main" id="{EFAA9918-A104-28D8-76F4-9EEFB0B11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707" y="0"/>
            <a:ext cx="2680293" cy="200969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DFD365C-3224-FF39-C9EE-12FF569407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2" t="22007" r="25706" b="24328"/>
          <a:stretch>
            <a:fillRect/>
          </a:stretch>
        </p:blipFill>
        <p:spPr>
          <a:xfrm>
            <a:off x="13071973" y="438837"/>
            <a:ext cx="1752885" cy="1438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45630-B7D0-08EC-0EA9-D97B32C4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9F3E0227-B322-A79C-7731-1C9D14300218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D1C5ED8-3385-66FA-EF15-28AD7072FB9E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6551DA-5D04-96C6-61C5-E8D88891A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57742"/>
            <a:ext cx="16154400" cy="9525000"/>
          </a:xfrm>
          <a:prstGeom prst="rect">
            <a:avLst/>
          </a:prstGeom>
        </p:spPr>
      </p:pic>
      <p:sp>
        <p:nvSpPr>
          <p:cNvPr id="6" name="Freeform 6">
            <a:extLst>
              <a:ext uri="{FF2B5EF4-FFF2-40B4-BE49-F238E27FC236}">
                <a16:creationId xmlns:a16="http://schemas.microsoft.com/office/drawing/2014/main" id="{88B36019-89DB-F247-D798-F538653A47CB}"/>
              </a:ext>
            </a:extLst>
          </p:cNvPr>
          <p:cNvSpPr/>
          <p:nvPr/>
        </p:nvSpPr>
        <p:spPr>
          <a:xfrm rot="7634745" flipV="1">
            <a:off x="-1061637" y="-447323"/>
            <a:ext cx="2023264" cy="3373494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2751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6BDDB-7465-42F8-B98F-EA0F5083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B4C85FB2-1CC6-E99B-7403-F126CF487AEC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031ABBD-8D70-3983-05A6-47A99975A198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BD413-BDC5-B04D-5721-D24CAB71F5BD}"/>
              </a:ext>
            </a:extLst>
          </p:cNvPr>
          <p:cNvSpPr txBox="1"/>
          <p:nvPr/>
        </p:nvSpPr>
        <p:spPr>
          <a:xfrm>
            <a:off x="4790826" y="391717"/>
            <a:ext cx="8305800" cy="523220"/>
          </a:xfrm>
          <a:custGeom>
            <a:avLst/>
            <a:gdLst>
              <a:gd name="csX0" fmla="*/ 0 w 8305800"/>
              <a:gd name="csY0" fmla="*/ 0 h 523220"/>
              <a:gd name="csX1" fmla="*/ 427155 w 8305800"/>
              <a:gd name="csY1" fmla="*/ 0 h 523220"/>
              <a:gd name="csX2" fmla="*/ 1103485 w 8305800"/>
              <a:gd name="csY2" fmla="*/ 0 h 523220"/>
              <a:gd name="csX3" fmla="*/ 1530640 w 8305800"/>
              <a:gd name="csY3" fmla="*/ 0 h 523220"/>
              <a:gd name="csX4" fmla="*/ 2123912 w 8305800"/>
              <a:gd name="csY4" fmla="*/ 0 h 523220"/>
              <a:gd name="csX5" fmla="*/ 2468009 w 8305800"/>
              <a:gd name="csY5" fmla="*/ 0 h 523220"/>
              <a:gd name="csX6" fmla="*/ 3061281 w 8305800"/>
              <a:gd name="csY6" fmla="*/ 0 h 523220"/>
              <a:gd name="csX7" fmla="*/ 3820668 w 8305800"/>
              <a:gd name="csY7" fmla="*/ 0 h 523220"/>
              <a:gd name="csX8" fmla="*/ 4413939 w 8305800"/>
              <a:gd name="csY8" fmla="*/ 0 h 523220"/>
              <a:gd name="csX9" fmla="*/ 4758037 w 8305800"/>
              <a:gd name="csY9" fmla="*/ 0 h 523220"/>
              <a:gd name="csX10" fmla="*/ 5268250 w 8305800"/>
              <a:gd name="csY10" fmla="*/ 0 h 523220"/>
              <a:gd name="csX11" fmla="*/ 5612348 w 8305800"/>
              <a:gd name="csY11" fmla="*/ 0 h 523220"/>
              <a:gd name="csX12" fmla="*/ 6039503 w 8305800"/>
              <a:gd name="csY12" fmla="*/ 0 h 523220"/>
              <a:gd name="csX13" fmla="*/ 6798891 w 8305800"/>
              <a:gd name="csY13" fmla="*/ 0 h 523220"/>
              <a:gd name="csX14" fmla="*/ 7309104 w 8305800"/>
              <a:gd name="csY14" fmla="*/ 0 h 523220"/>
              <a:gd name="csX15" fmla="*/ 7653201 w 8305800"/>
              <a:gd name="csY15" fmla="*/ 0 h 523220"/>
              <a:gd name="csX16" fmla="*/ 8305800 w 8305800"/>
              <a:gd name="csY16" fmla="*/ 0 h 523220"/>
              <a:gd name="csX17" fmla="*/ 8305800 w 8305800"/>
              <a:gd name="csY17" fmla="*/ 523220 h 523220"/>
              <a:gd name="csX18" fmla="*/ 7629471 w 8305800"/>
              <a:gd name="csY18" fmla="*/ 523220 h 523220"/>
              <a:gd name="csX19" fmla="*/ 7036199 w 8305800"/>
              <a:gd name="csY19" fmla="*/ 523220 h 523220"/>
              <a:gd name="csX20" fmla="*/ 6692102 w 8305800"/>
              <a:gd name="csY20" fmla="*/ 523220 h 523220"/>
              <a:gd name="csX21" fmla="*/ 6015772 w 8305800"/>
              <a:gd name="csY21" fmla="*/ 523220 h 523220"/>
              <a:gd name="csX22" fmla="*/ 5671675 w 8305800"/>
              <a:gd name="csY22" fmla="*/ 523220 h 523220"/>
              <a:gd name="csX23" fmla="*/ 5244519 w 8305800"/>
              <a:gd name="csY23" fmla="*/ 523220 h 523220"/>
              <a:gd name="csX24" fmla="*/ 4485132 w 8305800"/>
              <a:gd name="csY24" fmla="*/ 523220 h 523220"/>
              <a:gd name="csX25" fmla="*/ 4141035 w 8305800"/>
              <a:gd name="csY25" fmla="*/ 523220 h 523220"/>
              <a:gd name="csX26" fmla="*/ 3547763 w 8305800"/>
              <a:gd name="csY26" fmla="*/ 523220 h 523220"/>
              <a:gd name="csX27" fmla="*/ 2871434 w 8305800"/>
              <a:gd name="csY27" fmla="*/ 523220 h 523220"/>
              <a:gd name="csX28" fmla="*/ 2112046 w 8305800"/>
              <a:gd name="csY28" fmla="*/ 523220 h 523220"/>
              <a:gd name="csX29" fmla="*/ 1435717 w 8305800"/>
              <a:gd name="csY29" fmla="*/ 523220 h 523220"/>
              <a:gd name="csX30" fmla="*/ 1008561 w 8305800"/>
              <a:gd name="csY30" fmla="*/ 523220 h 523220"/>
              <a:gd name="csX31" fmla="*/ 664464 w 8305800"/>
              <a:gd name="csY31" fmla="*/ 523220 h 523220"/>
              <a:gd name="csX32" fmla="*/ 0 w 8305800"/>
              <a:gd name="csY32" fmla="*/ 523220 h 523220"/>
              <a:gd name="csX33" fmla="*/ 0 w 8305800"/>
              <a:gd name="csY33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8305800" h="523220" fill="none" extrusionOk="0">
                <a:moveTo>
                  <a:pt x="0" y="0"/>
                </a:moveTo>
                <a:cubicBezTo>
                  <a:pt x="202628" y="-44894"/>
                  <a:pt x="313674" y="11288"/>
                  <a:pt x="427155" y="0"/>
                </a:cubicBezTo>
                <a:cubicBezTo>
                  <a:pt x="540637" y="-11288"/>
                  <a:pt x="858947" y="63034"/>
                  <a:pt x="1103485" y="0"/>
                </a:cubicBezTo>
                <a:cubicBezTo>
                  <a:pt x="1348023" y="-63034"/>
                  <a:pt x="1411164" y="3661"/>
                  <a:pt x="1530640" y="0"/>
                </a:cubicBezTo>
                <a:cubicBezTo>
                  <a:pt x="1650117" y="-3661"/>
                  <a:pt x="1860183" y="69388"/>
                  <a:pt x="2123912" y="0"/>
                </a:cubicBezTo>
                <a:cubicBezTo>
                  <a:pt x="2387641" y="-69388"/>
                  <a:pt x="2372181" y="38961"/>
                  <a:pt x="2468009" y="0"/>
                </a:cubicBezTo>
                <a:cubicBezTo>
                  <a:pt x="2563837" y="-38961"/>
                  <a:pt x="2769357" y="62866"/>
                  <a:pt x="3061281" y="0"/>
                </a:cubicBezTo>
                <a:cubicBezTo>
                  <a:pt x="3353205" y="-62866"/>
                  <a:pt x="3450877" y="6444"/>
                  <a:pt x="3820668" y="0"/>
                </a:cubicBezTo>
                <a:cubicBezTo>
                  <a:pt x="4190459" y="-6444"/>
                  <a:pt x="4172222" y="36255"/>
                  <a:pt x="4413939" y="0"/>
                </a:cubicBezTo>
                <a:cubicBezTo>
                  <a:pt x="4655656" y="-36255"/>
                  <a:pt x="4596414" y="2127"/>
                  <a:pt x="4758037" y="0"/>
                </a:cubicBezTo>
                <a:cubicBezTo>
                  <a:pt x="4919660" y="-2127"/>
                  <a:pt x="5164226" y="10103"/>
                  <a:pt x="5268250" y="0"/>
                </a:cubicBezTo>
                <a:cubicBezTo>
                  <a:pt x="5372274" y="-10103"/>
                  <a:pt x="5455486" y="4246"/>
                  <a:pt x="5612348" y="0"/>
                </a:cubicBezTo>
                <a:cubicBezTo>
                  <a:pt x="5769210" y="-4246"/>
                  <a:pt x="5940110" y="25925"/>
                  <a:pt x="6039503" y="0"/>
                </a:cubicBezTo>
                <a:cubicBezTo>
                  <a:pt x="6138896" y="-25925"/>
                  <a:pt x="6511505" y="5360"/>
                  <a:pt x="6798891" y="0"/>
                </a:cubicBezTo>
                <a:cubicBezTo>
                  <a:pt x="7086277" y="-5360"/>
                  <a:pt x="7110742" y="58288"/>
                  <a:pt x="7309104" y="0"/>
                </a:cubicBezTo>
                <a:cubicBezTo>
                  <a:pt x="7507466" y="-58288"/>
                  <a:pt x="7506721" y="32086"/>
                  <a:pt x="7653201" y="0"/>
                </a:cubicBezTo>
                <a:cubicBezTo>
                  <a:pt x="7799681" y="-32086"/>
                  <a:pt x="8108252" y="77638"/>
                  <a:pt x="8305800" y="0"/>
                </a:cubicBezTo>
                <a:cubicBezTo>
                  <a:pt x="8338719" y="177238"/>
                  <a:pt x="8259896" y="293569"/>
                  <a:pt x="8305800" y="523220"/>
                </a:cubicBezTo>
                <a:cubicBezTo>
                  <a:pt x="7991090" y="562157"/>
                  <a:pt x="7807810" y="490968"/>
                  <a:pt x="7629471" y="523220"/>
                </a:cubicBezTo>
                <a:cubicBezTo>
                  <a:pt x="7451132" y="555472"/>
                  <a:pt x="7215855" y="506145"/>
                  <a:pt x="7036199" y="523220"/>
                </a:cubicBezTo>
                <a:cubicBezTo>
                  <a:pt x="6856543" y="540295"/>
                  <a:pt x="6771711" y="483130"/>
                  <a:pt x="6692102" y="523220"/>
                </a:cubicBezTo>
                <a:cubicBezTo>
                  <a:pt x="6612493" y="563310"/>
                  <a:pt x="6344994" y="483226"/>
                  <a:pt x="6015772" y="523220"/>
                </a:cubicBezTo>
                <a:cubicBezTo>
                  <a:pt x="5686550" y="563214"/>
                  <a:pt x="5782903" y="507722"/>
                  <a:pt x="5671675" y="523220"/>
                </a:cubicBezTo>
                <a:cubicBezTo>
                  <a:pt x="5560447" y="538718"/>
                  <a:pt x="5403018" y="522745"/>
                  <a:pt x="5244519" y="523220"/>
                </a:cubicBezTo>
                <a:cubicBezTo>
                  <a:pt x="5086020" y="523695"/>
                  <a:pt x="4845501" y="436042"/>
                  <a:pt x="4485132" y="523220"/>
                </a:cubicBezTo>
                <a:cubicBezTo>
                  <a:pt x="4124763" y="610398"/>
                  <a:pt x="4246969" y="493214"/>
                  <a:pt x="4141035" y="523220"/>
                </a:cubicBezTo>
                <a:cubicBezTo>
                  <a:pt x="4035101" y="553226"/>
                  <a:pt x="3762806" y="457143"/>
                  <a:pt x="3547763" y="523220"/>
                </a:cubicBezTo>
                <a:cubicBezTo>
                  <a:pt x="3332720" y="589297"/>
                  <a:pt x="3075196" y="509563"/>
                  <a:pt x="2871434" y="523220"/>
                </a:cubicBezTo>
                <a:cubicBezTo>
                  <a:pt x="2667672" y="536877"/>
                  <a:pt x="2366072" y="483300"/>
                  <a:pt x="2112046" y="523220"/>
                </a:cubicBezTo>
                <a:cubicBezTo>
                  <a:pt x="1858020" y="563140"/>
                  <a:pt x="1767347" y="508730"/>
                  <a:pt x="1435717" y="523220"/>
                </a:cubicBezTo>
                <a:cubicBezTo>
                  <a:pt x="1104087" y="537710"/>
                  <a:pt x="1190486" y="475401"/>
                  <a:pt x="1008561" y="523220"/>
                </a:cubicBezTo>
                <a:cubicBezTo>
                  <a:pt x="826636" y="571039"/>
                  <a:pt x="804374" y="508893"/>
                  <a:pt x="664464" y="523220"/>
                </a:cubicBezTo>
                <a:cubicBezTo>
                  <a:pt x="524554" y="537547"/>
                  <a:pt x="257863" y="481174"/>
                  <a:pt x="0" y="523220"/>
                </a:cubicBezTo>
                <a:cubicBezTo>
                  <a:pt x="-59980" y="400807"/>
                  <a:pt x="31728" y="167248"/>
                  <a:pt x="0" y="0"/>
                </a:cubicBezTo>
                <a:close/>
              </a:path>
              <a:path w="8305800" h="523220" stroke="0" extrusionOk="0">
                <a:moveTo>
                  <a:pt x="0" y="0"/>
                </a:moveTo>
                <a:cubicBezTo>
                  <a:pt x="283572" y="-50668"/>
                  <a:pt x="532330" y="43675"/>
                  <a:pt x="759387" y="0"/>
                </a:cubicBezTo>
                <a:cubicBezTo>
                  <a:pt x="986444" y="-43675"/>
                  <a:pt x="1267850" y="59302"/>
                  <a:pt x="1518775" y="0"/>
                </a:cubicBezTo>
                <a:cubicBezTo>
                  <a:pt x="1769700" y="-59302"/>
                  <a:pt x="1806002" y="5759"/>
                  <a:pt x="1945930" y="0"/>
                </a:cubicBezTo>
                <a:cubicBezTo>
                  <a:pt x="2085858" y="-5759"/>
                  <a:pt x="2296240" y="55363"/>
                  <a:pt x="2622260" y="0"/>
                </a:cubicBezTo>
                <a:cubicBezTo>
                  <a:pt x="2948280" y="-55363"/>
                  <a:pt x="2843645" y="16818"/>
                  <a:pt x="3049415" y="0"/>
                </a:cubicBezTo>
                <a:cubicBezTo>
                  <a:pt x="3255185" y="-16818"/>
                  <a:pt x="3414509" y="44808"/>
                  <a:pt x="3559629" y="0"/>
                </a:cubicBezTo>
                <a:cubicBezTo>
                  <a:pt x="3704749" y="-44808"/>
                  <a:pt x="4115088" y="38269"/>
                  <a:pt x="4319016" y="0"/>
                </a:cubicBezTo>
                <a:cubicBezTo>
                  <a:pt x="4522944" y="-38269"/>
                  <a:pt x="4567807" y="27770"/>
                  <a:pt x="4663113" y="0"/>
                </a:cubicBezTo>
                <a:cubicBezTo>
                  <a:pt x="4758419" y="-27770"/>
                  <a:pt x="4894347" y="34663"/>
                  <a:pt x="5007211" y="0"/>
                </a:cubicBezTo>
                <a:cubicBezTo>
                  <a:pt x="5120075" y="-34663"/>
                  <a:pt x="5389952" y="34891"/>
                  <a:pt x="5517424" y="0"/>
                </a:cubicBezTo>
                <a:cubicBezTo>
                  <a:pt x="5644896" y="-34891"/>
                  <a:pt x="5941805" y="73580"/>
                  <a:pt x="6193754" y="0"/>
                </a:cubicBezTo>
                <a:cubicBezTo>
                  <a:pt x="6445703" y="-73580"/>
                  <a:pt x="6762325" y="66519"/>
                  <a:pt x="6953141" y="0"/>
                </a:cubicBezTo>
                <a:cubicBezTo>
                  <a:pt x="7143957" y="-66519"/>
                  <a:pt x="7467480" y="30068"/>
                  <a:pt x="7629471" y="0"/>
                </a:cubicBezTo>
                <a:cubicBezTo>
                  <a:pt x="7791462" y="-30068"/>
                  <a:pt x="8049173" y="53579"/>
                  <a:pt x="8305800" y="0"/>
                </a:cubicBezTo>
                <a:cubicBezTo>
                  <a:pt x="8367128" y="185762"/>
                  <a:pt x="8254904" y="337583"/>
                  <a:pt x="8305800" y="523220"/>
                </a:cubicBezTo>
                <a:cubicBezTo>
                  <a:pt x="7983816" y="581838"/>
                  <a:pt x="7957571" y="500127"/>
                  <a:pt x="7629471" y="523220"/>
                </a:cubicBezTo>
                <a:cubicBezTo>
                  <a:pt x="7301371" y="546313"/>
                  <a:pt x="7338151" y="480966"/>
                  <a:pt x="7202315" y="523220"/>
                </a:cubicBezTo>
                <a:cubicBezTo>
                  <a:pt x="7066479" y="565474"/>
                  <a:pt x="6974491" y="485070"/>
                  <a:pt x="6858218" y="523220"/>
                </a:cubicBezTo>
                <a:cubicBezTo>
                  <a:pt x="6741945" y="561370"/>
                  <a:pt x="6612984" y="507802"/>
                  <a:pt x="6514120" y="523220"/>
                </a:cubicBezTo>
                <a:cubicBezTo>
                  <a:pt x="6415256" y="538638"/>
                  <a:pt x="6048859" y="462559"/>
                  <a:pt x="5754733" y="523220"/>
                </a:cubicBezTo>
                <a:cubicBezTo>
                  <a:pt x="5460607" y="583881"/>
                  <a:pt x="5390454" y="490530"/>
                  <a:pt x="5078403" y="523220"/>
                </a:cubicBezTo>
                <a:cubicBezTo>
                  <a:pt x="4766352" y="555910"/>
                  <a:pt x="4477532" y="489281"/>
                  <a:pt x="4319016" y="523220"/>
                </a:cubicBezTo>
                <a:cubicBezTo>
                  <a:pt x="4160500" y="557159"/>
                  <a:pt x="3888213" y="467613"/>
                  <a:pt x="3725745" y="523220"/>
                </a:cubicBezTo>
                <a:cubicBezTo>
                  <a:pt x="3563277" y="578827"/>
                  <a:pt x="3528292" y="514458"/>
                  <a:pt x="3381647" y="523220"/>
                </a:cubicBezTo>
                <a:cubicBezTo>
                  <a:pt x="3235002" y="531982"/>
                  <a:pt x="3066768" y="505119"/>
                  <a:pt x="2954492" y="523220"/>
                </a:cubicBezTo>
                <a:cubicBezTo>
                  <a:pt x="2842216" y="541321"/>
                  <a:pt x="2693707" y="503993"/>
                  <a:pt x="2527336" y="523220"/>
                </a:cubicBezTo>
                <a:cubicBezTo>
                  <a:pt x="2360965" y="542447"/>
                  <a:pt x="2175290" y="520353"/>
                  <a:pt x="1934065" y="523220"/>
                </a:cubicBezTo>
                <a:cubicBezTo>
                  <a:pt x="1692840" y="526087"/>
                  <a:pt x="1546998" y="485467"/>
                  <a:pt x="1174677" y="523220"/>
                </a:cubicBezTo>
                <a:cubicBezTo>
                  <a:pt x="802356" y="560973"/>
                  <a:pt x="857405" y="482401"/>
                  <a:pt x="747522" y="523220"/>
                </a:cubicBezTo>
                <a:cubicBezTo>
                  <a:pt x="637640" y="564039"/>
                  <a:pt x="268947" y="505489"/>
                  <a:pt x="0" y="523220"/>
                </a:cubicBezTo>
                <a:cubicBezTo>
                  <a:pt x="-18934" y="409768"/>
                  <a:pt x="37200" y="160705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Part 1: Vocabulary: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Towards Grade Level (10 marks)</a:t>
            </a:r>
            <a:endParaRPr lang="en-AE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6945AD-E752-C2BD-BC40-283B5BE485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75" t="24814" r="12500" b="15926"/>
          <a:stretch>
            <a:fillRect/>
          </a:stretch>
        </p:blipFill>
        <p:spPr>
          <a:xfrm>
            <a:off x="721263" y="1184367"/>
            <a:ext cx="16845473" cy="8710916"/>
          </a:xfrm>
          <a:prstGeom prst="rect">
            <a:avLst/>
          </a:prstGeom>
        </p:spPr>
      </p:pic>
      <p:sp>
        <p:nvSpPr>
          <p:cNvPr id="6" name="Freeform 6">
            <a:extLst>
              <a:ext uri="{FF2B5EF4-FFF2-40B4-BE49-F238E27FC236}">
                <a16:creationId xmlns:a16="http://schemas.microsoft.com/office/drawing/2014/main" id="{72633024-41CD-1C10-1395-4FFCFAE96C46}"/>
              </a:ext>
            </a:extLst>
          </p:cNvPr>
          <p:cNvSpPr/>
          <p:nvPr/>
        </p:nvSpPr>
        <p:spPr>
          <a:xfrm rot="5856579" flipV="1">
            <a:off x="-2002003" y="1896877"/>
            <a:ext cx="2333309" cy="3691628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8018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1DE24-0DFB-CAAC-5D4F-32099BB2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716ABDA9-7991-3A69-34E9-36BBFE70E1E1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C6FCCF7-E259-CD85-70AB-758BF67A3E5D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97AA4-EB9A-2700-8344-475F7BE871DE}"/>
              </a:ext>
            </a:extLst>
          </p:cNvPr>
          <p:cNvSpPr txBox="1"/>
          <p:nvPr/>
        </p:nvSpPr>
        <p:spPr>
          <a:xfrm>
            <a:off x="3901761" y="358402"/>
            <a:ext cx="9311640" cy="646331"/>
          </a:xfrm>
          <a:custGeom>
            <a:avLst/>
            <a:gdLst>
              <a:gd name="csX0" fmla="*/ 0 w 9311640"/>
              <a:gd name="csY0" fmla="*/ 0 h 646331"/>
              <a:gd name="csX1" fmla="*/ 581978 w 9311640"/>
              <a:gd name="csY1" fmla="*/ 0 h 646331"/>
              <a:gd name="csX2" fmla="*/ 1350188 w 9311640"/>
              <a:gd name="csY2" fmla="*/ 0 h 646331"/>
              <a:gd name="csX3" fmla="*/ 1932165 w 9311640"/>
              <a:gd name="csY3" fmla="*/ 0 h 646331"/>
              <a:gd name="csX4" fmla="*/ 2234794 w 9311640"/>
              <a:gd name="csY4" fmla="*/ 0 h 646331"/>
              <a:gd name="csX5" fmla="*/ 2723655 w 9311640"/>
              <a:gd name="csY5" fmla="*/ 0 h 646331"/>
              <a:gd name="csX6" fmla="*/ 3026283 w 9311640"/>
              <a:gd name="csY6" fmla="*/ 0 h 646331"/>
              <a:gd name="csX7" fmla="*/ 3422028 w 9311640"/>
              <a:gd name="csY7" fmla="*/ 0 h 646331"/>
              <a:gd name="csX8" fmla="*/ 4190238 w 9311640"/>
              <a:gd name="csY8" fmla="*/ 0 h 646331"/>
              <a:gd name="csX9" fmla="*/ 4679099 w 9311640"/>
              <a:gd name="csY9" fmla="*/ 0 h 646331"/>
              <a:gd name="csX10" fmla="*/ 4981727 w 9311640"/>
              <a:gd name="csY10" fmla="*/ 0 h 646331"/>
              <a:gd name="csX11" fmla="*/ 5284356 w 9311640"/>
              <a:gd name="csY11" fmla="*/ 0 h 646331"/>
              <a:gd name="csX12" fmla="*/ 5680100 w 9311640"/>
              <a:gd name="csY12" fmla="*/ 0 h 646331"/>
              <a:gd name="csX13" fmla="*/ 6355194 w 9311640"/>
              <a:gd name="csY13" fmla="*/ 0 h 646331"/>
              <a:gd name="csX14" fmla="*/ 7030288 w 9311640"/>
              <a:gd name="csY14" fmla="*/ 0 h 646331"/>
              <a:gd name="csX15" fmla="*/ 7798499 w 9311640"/>
              <a:gd name="csY15" fmla="*/ 0 h 646331"/>
              <a:gd name="csX16" fmla="*/ 8566709 w 9311640"/>
              <a:gd name="csY16" fmla="*/ 0 h 646331"/>
              <a:gd name="csX17" fmla="*/ 9311640 w 9311640"/>
              <a:gd name="csY17" fmla="*/ 0 h 646331"/>
              <a:gd name="csX18" fmla="*/ 9311640 w 9311640"/>
              <a:gd name="csY18" fmla="*/ 316702 h 646331"/>
              <a:gd name="csX19" fmla="*/ 9311640 w 9311640"/>
              <a:gd name="csY19" fmla="*/ 646331 h 646331"/>
              <a:gd name="csX20" fmla="*/ 8543430 w 9311640"/>
              <a:gd name="csY20" fmla="*/ 646331 h 646331"/>
              <a:gd name="csX21" fmla="*/ 7961452 w 9311640"/>
              <a:gd name="csY21" fmla="*/ 646331 h 646331"/>
              <a:gd name="csX22" fmla="*/ 7286358 w 9311640"/>
              <a:gd name="csY22" fmla="*/ 646331 h 646331"/>
              <a:gd name="csX23" fmla="*/ 6518148 w 9311640"/>
              <a:gd name="csY23" fmla="*/ 646331 h 646331"/>
              <a:gd name="csX24" fmla="*/ 5843054 w 9311640"/>
              <a:gd name="csY24" fmla="*/ 646331 h 646331"/>
              <a:gd name="csX25" fmla="*/ 5447309 w 9311640"/>
              <a:gd name="csY25" fmla="*/ 646331 h 646331"/>
              <a:gd name="csX26" fmla="*/ 5144681 w 9311640"/>
              <a:gd name="csY26" fmla="*/ 646331 h 646331"/>
              <a:gd name="csX27" fmla="*/ 4748936 w 9311640"/>
              <a:gd name="csY27" fmla="*/ 646331 h 646331"/>
              <a:gd name="csX28" fmla="*/ 4353192 w 9311640"/>
              <a:gd name="csY28" fmla="*/ 646331 h 646331"/>
              <a:gd name="csX29" fmla="*/ 3584981 w 9311640"/>
              <a:gd name="csY29" fmla="*/ 646331 h 646331"/>
              <a:gd name="csX30" fmla="*/ 3003004 w 9311640"/>
              <a:gd name="csY30" fmla="*/ 646331 h 646331"/>
              <a:gd name="csX31" fmla="*/ 2421026 w 9311640"/>
              <a:gd name="csY31" fmla="*/ 646331 h 646331"/>
              <a:gd name="csX32" fmla="*/ 1932165 w 9311640"/>
              <a:gd name="csY32" fmla="*/ 646331 h 646331"/>
              <a:gd name="csX33" fmla="*/ 1629537 w 9311640"/>
              <a:gd name="csY33" fmla="*/ 646331 h 646331"/>
              <a:gd name="csX34" fmla="*/ 1326909 w 9311640"/>
              <a:gd name="csY34" fmla="*/ 646331 h 646331"/>
              <a:gd name="csX35" fmla="*/ 931164 w 9311640"/>
              <a:gd name="csY35" fmla="*/ 646331 h 646331"/>
              <a:gd name="csX36" fmla="*/ 0 w 9311640"/>
              <a:gd name="csY36" fmla="*/ 646331 h 646331"/>
              <a:gd name="csX37" fmla="*/ 0 w 9311640"/>
              <a:gd name="csY37" fmla="*/ 310239 h 646331"/>
              <a:gd name="csX38" fmla="*/ 0 w 9311640"/>
              <a:gd name="csY3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9311640" h="646331" fill="none" extrusionOk="0">
                <a:moveTo>
                  <a:pt x="0" y="0"/>
                </a:moveTo>
                <a:cubicBezTo>
                  <a:pt x="269609" y="-20679"/>
                  <a:pt x="353247" y="22164"/>
                  <a:pt x="581978" y="0"/>
                </a:cubicBezTo>
                <a:cubicBezTo>
                  <a:pt x="810709" y="-22164"/>
                  <a:pt x="1187830" y="62405"/>
                  <a:pt x="1350188" y="0"/>
                </a:cubicBezTo>
                <a:cubicBezTo>
                  <a:pt x="1512546" y="-62405"/>
                  <a:pt x="1813304" y="2542"/>
                  <a:pt x="1932165" y="0"/>
                </a:cubicBezTo>
                <a:cubicBezTo>
                  <a:pt x="2051026" y="-2542"/>
                  <a:pt x="2088653" y="12047"/>
                  <a:pt x="2234794" y="0"/>
                </a:cubicBezTo>
                <a:cubicBezTo>
                  <a:pt x="2380935" y="-12047"/>
                  <a:pt x="2595398" y="28473"/>
                  <a:pt x="2723655" y="0"/>
                </a:cubicBezTo>
                <a:cubicBezTo>
                  <a:pt x="2851912" y="-28473"/>
                  <a:pt x="2901692" y="33616"/>
                  <a:pt x="3026283" y="0"/>
                </a:cubicBezTo>
                <a:cubicBezTo>
                  <a:pt x="3150874" y="-33616"/>
                  <a:pt x="3314016" y="17819"/>
                  <a:pt x="3422028" y="0"/>
                </a:cubicBezTo>
                <a:cubicBezTo>
                  <a:pt x="3530041" y="-17819"/>
                  <a:pt x="3870814" y="84190"/>
                  <a:pt x="4190238" y="0"/>
                </a:cubicBezTo>
                <a:cubicBezTo>
                  <a:pt x="4509662" y="-84190"/>
                  <a:pt x="4489240" y="30602"/>
                  <a:pt x="4679099" y="0"/>
                </a:cubicBezTo>
                <a:cubicBezTo>
                  <a:pt x="4868958" y="-30602"/>
                  <a:pt x="4895680" y="27027"/>
                  <a:pt x="4981727" y="0"/>
                </a:cubicBezTo>
                <a:cubicBezTo>
                  <a:pt x="5067774" y="-27027"/>
                  <a:pt x="5148656" y="36084"/>
                  <a:pt x="5284356" y="0"/>
                </a:cubicBezTo>
                <a:cubicBezTo>
                  <a:pt x="5420056" y="-36084"/>
                  <a:pt x="5486532" y="47201"/>
                  <a:pt x="5680100" y="0"/>
                </a:cubicBezTo>
                <a:cubicBezTo>
                  <a:pt x="5873668" y="-47201"/>
                  <a:pt x="6102660" y="3596"/>
                  <a:pt x="6355194" y="0"/>
                </a:cubicBezTo>
                <a:cubicBezTo>
                  <a:pt x="6607728" y="-3596"/>
                  <a:pt x="6724444" y="20596"/>
                  <a:pt x="7030288" y="0"/>
                </a:cubicBezTo>
                <a:cubicBezTo>
                  <a:pt x="7336132" y="-20596"/>
                  <a:pt x="7537990" y="41574"/>
                  <a:pt x="7798499" y="0"/>
                </a:cubicBezTo>
                <a:cubicBezTo>
                  <a:pt x="8059008" y="-41574"/>
                  <a:pt x="8380544" y="77522"/>
                  <a:pt x="8566709" y="0"/>
                </a:cubicBezTo>
                <a:cubicBezTo>
                  <a:pt x="8752874" y="-77522"/>
                  <a:pt x="8944735" y="9649"/>
                  <a:pt x="9311640" y="0"/>
                </a:cubicBezTo>
                <a:cubicBezTo>
                  <a:pt x="9340398" y="136206"/>
                  <a:pt x="9299091" y="215486"/>
                  <a:pt x="9311640" y="316702"/>
                </a:cubicBezTo>
                <a:cubicBezTo>
                  <a:pt x="9324189" y="417918"/>
                  <a:pt x="9286602" y="507994"/>
                  <a:pt x="9311640" y="646331"/>
                </a:cubicBezTo>
                <a:cubicBezTo>
                  <a:pt x="9121033" y="717672"/>
                  <a:pt x="8853914" y="641559"/>
                  <a:pt x="8543430" y="646331"/>
                </a:cubicBezTo>
                <a:cubicBezTo>
                  <a:pt x="8232946" y="651103"/>
                  <a:pt x="8142684" y="581194"/>
                  <a:pt x="7961452" y="646331"/>
                </a:cubicBezTo>
                <a:cubicBezTo>
                  <a:pt x="7780220" y="711468"/>
                  <a:pt x="7554016" y="604283"/>
                  <a:pt x="7286358" y="646331"/>
                </a:cubicBezTo>
                <a:cubicBezTo>
                  <a:pt x="7018700" y="688379"/>
                  <a:pt x="6713065" y="629556"/>
                  <a:pt x="6518148" y="646331"/>
                </a:cubicBezTo>
                <a:cubicBezTo>
                  <a:pt x="6323231" y="663106"/>
                  <a:pt x="6002160" y="644342"/>
                  <a:pt x="5843054" y="646331"/>
                </a:cubicBezTo>
                <a:cubicBezTo>
                  <a:pt x="5683948" y="648320"/>
                  <a:pt x="5636538" y="634127"/>
                  <a:pt x="5447309" y="646331"/>
                </a:cubicBezTo>
                <a:cubicBezTo>
                  <a:pt x="5258080" y="658535"/>
                  <a:pt x="5243001" y="614379"/>
                  <a:pt x="5144681" y="646331"/>
                </a:cubicBezTo>
                <a:cubicBezTo>
                  <a:pt x="5046361" y="678283"/>
                  <a:pt x="4876156" y="629911"/>
                  <a:pt x="4748936" y="646331"/>
                </a:cubicBezTo>
                <a:cubicBezTo>
                  <a:pt x="4621716" y="662751"/>
                  <a:pt x="4502711" y="617846"/>
                  <a:pt x="4353192" y="646331"/>
                </a:cubicBezTo>
                <a:cubicBezTo>
                  <a:pt x="4203673" y="674816"/>
                  <a:pt x="3839860" y="604109"/>
                  <a:pt x="3584981" y="646331"/>
                </a:cubicBezTo>
                <a:cubicBezTo>
                  <a:pt x="3330102" y="688553"/>
                  <a:pt x="3247283" y="577831"/>
                  <a:pt x="3003004" y="646331"/>
                </a:cubicBezTo>
                <a:cubicBezTo>
                  <a:pt x="2758725" y="714831"/>
                  <a:pt x="2694448" y="586667"/>
                  <a:pt x="2421026" y="646331"/>
                </a:cubicBezTo>
                <a:cubicBezTo>
                  <a:pt x="2147604" y="705995"/>
                  <a:pt x="2157385" y="628188"/>
                  <a:pt x="1932165" y="646331"/>
                </a:cubicBezTo>
                <a:cubicBezTo>
                  <a:pt x="1706945" y="664474"/>
                  <a:pt x="1751632" y="627382"/>
                  <a:pt x="1629537" y="646331"/>
                </a:cubicBezTo>
                <a:cubicBezTo>
                  <a:pt x="1507442" y="665280"/>
                  <a:pt x="1434518" y="642393"/>
                  <a:pt x="1326909" y="646331"/>
                </a:cubicBezTo>
                <a:cubicBezTo>
                  <a:pt x="1219300" y="650269"/>
                  <a:pt x="1074944" y="642935"/>
                  <a:pt x="931164" y="646331"/>
                </a:cubicBezTo>
                <a:cubicBezTo>
                  <a:pt x="787384" y="649727"/>
                  <a:pt x="351584" y="633516"/>
                  <a:pt x="0" y="646331"/>
                </a:cubicBezTo>
                <a:cubicBezTo>
                  <a:pt x="-6905" y="529196"/>
                  <a:pt x="30932" y="398787"/>
                  <a:pt x="0" y="310239"/>
                </a:cubicBezTo>
                <a:cubicBezTo>
                  <a:pt x="-30932" y="221691"/>
                  <a:pt x="24487" y="143992"/>
                  <a:pt x="0" y="0"/>
                </a:cubicBezTo>
                <a:close/>
              </a:path>
              <a:path w="9311640" h="646331" stroke="0" extrusionOk="0">
                <a:moveTo>
                  <a:pt x="0" y="0"/>
                </a:moveTo>
                <a:cubicBezTo>
                  <a:pt x="364803" y="-47773"/>
                  <a:pt x="455347" y="81696"/>
                  <a:pt x="768210" y="0"/>
                </a:cubicBezTo>
                <a:cubicBezTo>
                  <a:pt x="1081073" y="-81696"/>
                  <a:pt x="1334079" y="40925"/>
                  <a:pt x="1536421" y="0"/>
                </a:cubicBezTo>
                <a:cubicBezTo>
                  <a:pt x="1738763" y="-40925"/>
                  <a:pt x="1757477" y="36954"/>
                  <a:pt x="1932165" y="0"/>
                </a:cubicBezTo>
                <a:cubicBezTo>
                  <a:pt x="2106853" y="-36954"/>
                  <a:pt x="2321107" y="78393"/>
                  <a:pt x="2607259" y="0"/>
                </a:cubicBezTo>
                <a:cubicBezTo>
                  <a:pt x="2893411" y="-78393"/>
                  <a:pt x="2895043" y="12781"/>
                  <a:pt x="3003004" y="0"/>
                </a:cubicBezTo>
                <a:cubicBezTo>
                  <a:pt x="3110966" y="-12781"/>
                  <a:pt x="3388894" y="18884"/>
                  <a:pt x="3491865" y="0"/>
                </a:cubicBezTo>
                <a:cubicBezTo>
                  <a:pt x="3594836" y="-18884"/>
                  <a:pt x="4016174" y="62105"/>
                  <a:pt x="4260075" y="0"/>
                </a:cubicBezTo>
                <a:cubicBezTo>
                  <a:pt x="4503976" y="-62105"/>
                  <a:pt x="4488406" y="9061"/>
                  <a:pt x="4562704" y="0"/>
                </a:cubicBezTo>
                <a:cubicBezTo>
                  <a:pt x="4637002" y="-9061"/>
                  <a:pt x="4751381" y="5952"/>
                  <a:pt x="4865332" y="0"/>
                </a:cubicBezTo>
                <a:cubicBezTo>
                  <a:pt x="4979283" y="-5952"/>
                  <a:pt x="5240689" y="3377"/>
                  <a:pt x="5354193" y="0"/>
                </a:cubicBezTo>
                <a:cubicBezTo>
                  <a:pt x="5467697" y="-3377"/>
                  <a:pt x="5737096" y="3942"/>
                  <a:pt x="6029287" y="0"/>
                </a:cubicBezTo>
                <a:cubicBezTo>
                  <a:pt x="6321478" y="-3942"/>
                  <a:pt x="6455254" y="38863"/>
                  <a:pt x="6797497" y="0"/>
                </a:cubicBezTo>
                <a:cubicBezTo>
                  <a:pt x="7139740" y="-38863"/>
                  <a:pt x="7172664" y="46540"/>
                  <a:pt x="7472591" y="0"/>
                </a:cubicBezTo>
                <a:cubicBezTo>
                  <a:pt x="7772518" y="-46540"/>
                  <a:pt x="7625796" y="7425"/>
                  <a:pt x="7775219" y="0"/>
                </a:cubicBezTo>
                <a:cubicBezTo>
                  <a:pt x="7924642" y="-7425"/>
                  <a:pt x="8072757" y="40260"/>
                  <a:pt x="8264081" y="0"/>
                </a:cubicBezTo>
                <a:cubicBezTo>
                  <a:pt x="8455405" y="-40260"/>
                  <a:pt x="8992143" y="23978"/>
                  <a:pt x="9311640" y="0"/>
                </a:cubicBezTo>
                <a:cubicBezTo>
                  <a:pt x="9342296" y="93097"/>
                  <a:pt x="9299705" y="157883"/>
                  <a:pt x="9311640" y="303776"/>
                </a:cubicBezTo>
                <a:cubicBezTo>
                  <a:pt x="9323575" y="449669"/>
                  <a:pt x="9304363" y="537452"/>
                  <a:pt x="9311640" y="646331"/>
                </a:cubicBezTo>
                <a:cubicBezTo>
                  <a:pt x="9132303" y="685341"/>
                  <a:pt x="9107509" y="618543"/>
                  <a:pt x="8915895" y="646331"/>
                </a:cubicBezTo>
                <a:cubicBezTo>
                  <a:pt x="8724282" y="674119"/>
                  <a:pt x="8476190" y="597751"/>
                  <a:pt x="8147685" y="646331"/>
                </a:cubicBezTo>
                <a:cubicBezTo>
                  <a:pt x="7819180" y="694911"/>
                  <a:pt x="7682109" y="570407"/>
                  <a:pt x="7472591" y="646331"/>
                </a:cubicBezTo>
                <a:cubicBezTo>
                  <a:pt x="7263073" y="722255"/>
                  <a:pt x="6962939" y="588035"/>
                  <a:pt x="6704381" y="646331"/>
                </a:cubicBezTo>
                <a:cubicBezTo>
                  <a:pt x="6445823" y="704627"/>
                  <a:pt x="6242611" y="633166"/>
                  <a:pt x="6122403" y="646331"/>
                </a:cubicBezTo>
                <a:cubicBezTo>
                  <a:pt x="6002195" y="659496"/>
                  <a:pt x="5881712" y="635778"/>
                  <a:pt x="5819775" y="646331"/>
                </a:cubicBezTo>
                <a:cubicBezTo>
                  <a:pt x="5757838" y="656884"/>
                  <a:pt x="5542949" y="600978"/>
                  <a:pt x="5424030" y="646331"/>
                </a:cubicBezTo>
                <a:cubicBezTo>
                  <a:pt x="5305111" y="691684"/>
                  <a:pt x="5217056" y="605370"/>
                  <a:pt x="5028286" y="646331"/>
                </a:cubicBezTo>
                <a:cubicBezTo>
                  <a:pt x="4839516" y="687292"/>
                  <a:pt x="4593334" y="576939"/>
                  <a:pt x="4446308" y="646331"/>
                </a:cubicBezTo>
                <a:cubicBezTo>
                  <a:pt x="4299282" y="715723"/>
                  <a:pt x="3898211" y="580699"/>
                  <a:pt x="3678098" y="646331"/>
                </a:cubicBezTo>
                <a:cubicBezTo>
                  <a:pt x="3457985" y="711963"/>
                  <a:pt x="3406825" y="621444"/>
                  <a:pt x="3282353" y="646331"/>
                </a:cubicBezTo>
                <a:cubicBezTo>
                  <a:pt x="3157881" y="671218"/>
                  <a:pt x="3009834" y="642523"/>
                  <a:pt x="2793492" y="646331"/>
                </a:cubicBezTo>
                <a:cubicBezTo>
                  <a:pt x="2577150" y="650139"/>
                  <a:pt x="2589684" y="618638"/>
                  <a:pt x="2397747" y="646331"/>
                </a:cubicBezTo>
                <a:cubicBezTo>
                  <a:pt x="2205810" y="674024"/>
                  <a:pt x="1858864" y="631432"/>
                  <a:pt x="1629537" y="646331"/>
                </a:cubicBezTo>
                <a:cubicBezTo>
                  <a:pt x="1400210" y="661230"/>
                  <a:pt x="1105692" y="582907"/>
                  <a:pt x="861327" y="646331"/>
                </a:cubicBezTo>
                <a:cubicBezTo>
                  <a:pt x="616962" y="709755"/>
                  <a:pt x="247343" y="613723"/>
                  <a:pt x="0" y="646331"/>
                </a:cubicBezTo>
                <a:cubicBezTo>
                  <a:pt x="-17288" y="581909"/>
                  <a:pt x="15262" y="471833"/>
                  <a:pt x="0" y="329629"/>
                </a:cubicBezTo>
                <a:cubicBezTo>
                  <a:pt x="-15262" y="187425"/>
                  <a:pt x="11951" y="164267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2: Grammar 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At Grade Level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(10 Marks)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D19C53-CE97-6D2E-8800-C353DB6B4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4" t="24074" r="7408" b="16667"/>
          <a:stretch>
            <a:fillRect/>
          </a:stretch>
        </p:blipFill>
        <p:spPr>
          <a:xfrm>
            <a:off x="152400" y="1257300"/>
            <a:ext cx="17678400" cy="84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8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3F346-2714-3477-3077-F631309E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CBC6173E-982B-D1E3-11B0-9B13E6259739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08036E3-CCAE-D803-3A35-C6117FBD66B7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4ED0C-898C-90CC-841B-DAA65BA8929A}"/>
              </a:ext>
            </a:extLst>
          </p:cNvPr>
          <p:cNvSpPr txBox="1"/>
          <p:nvPr/>
        </p:nvSpPr>
        <p:spPr>
          <a:xfrm>
            <a:off x="4038600" y="576792"/>
            <a:ext cx="10210800" cy="646331"/>
          </a:xfrm>
          <a:custGeom>
            <a:avLst/>
            <a:gdLst>
              <a:gd name="csX0" fmla="*/ 0 w 10210800"/>
              <a:gd name="csY0" fmla="*/ 0 h 646331"/>
              <a:gd name="csX1" fmla="*/ 567267 w 10210800"/>
              <a:gd name="csY1" fmla="*/ 0 h 646331"/>
              <a:gd name="csX2" fmla="*/ 1032425 w 10210800"/>
              <a:gd name="csY2" fmla="*/ 0 h 646331"/>
              <a:gd name="csX3" fmla="*/ 1293368 w 10210800"/>
              <a:gd name="csY3" fmla="*/ 0 h 646331"/>
              <a:gd name="csX4" fmla="*/ 1554311 w 10210800"/>
              <a:gd name="csY4" fmla="*/ 0 h 646331"/>
              <a:gd name="csX5" fmla="*/ 1917361 w 10210800"/>
              <a:gd name="csY5" fmla="*/ 0 h 646331"/>
              <a:gd name="csX6" fmla="*/ 2586736 w 10210800"/>
              <a:gd name="csY6" fmla="*/ 0 h 646331"/>
              <a:gd name="csX7" fmla="*/ 3256111 w 10210800"/>
              <a:gd name="csY7" fmla="*/ 0 h 646331"/>
              <a:gd name="csX8" fmla="*/ 4027593 w 10210800"/>
              <a:gd name="csY8" fmla="*/ 0 h 646331"/>
              <a:gd name="csX9" fmla="*/ 4799076 w 10210800"/>
              <a:gd name="csY9" fmla="*/ 0 h 646331"/>
              <a:gd name="csX10" fmla="*/ 5162127 w 10210800"/>
              <a:gd name="csY10" fmla="*/ 0 h 646331"/>
              <a:gd name="csX11" fmla="*/ 5627285 w 10210800"/>
              <a:gd name="csY11" fmla="*/ 0 h 646331"/>
              <a:gd name="csX12" fmla="*/ 6296660 w 10210800"/>
              <a:gd name="csY12" fmla="*/ 0 h 646331"/>
              <a:gd name="csX13" fmla="*/ 7068143 w 10210800"/>
              <a:gd name="csY13" fmla="*/ 0 h 646331"/>
              <a:gd name="csX14" fmla="*/ 7839625 w 10210800"/>
              <a:gd name="csY14" fmla="*/ 0 h 646331"/>
              <a:gd name="csX15" fmla="*/ 8100568 w 10210800"/>
              <a:gd name="csY15" fmla="*/ 0 h 646331"/>
              <a:gd name="csX16" fmla="*/ 8872051 w 10210800"/>
              <a:gd name="csY16" fmla="*/ 0 h 646331"/>
              <a:gd name="csX17" fmla="*/ 9235101 w 10210800"/>
              <a:gd name="csY17" fmla="*/ 0 h 646331"/>
              <a:gd name="csX18" fmla="*/ 10210800 w 10210800"/>
              <a:gd name="csY18" fmla="*/ 0 h 646331"/>
              <a:gd name="csX19" fmla="*/ 10210800 w 10210800"/>
              <a:gd name="csY19" fmla="*/ 323166 h 646331"/>
              <a:gd name="csX20" fmla="*/ 10210800 w 10210800"/>
              <a:gd name="csY20" fmla="*/ 646331 h 646331"/>
              <a:gd name="csX21" fmla="*/ 9847749 w 10210800"/>
              <a:gd name="csY21" fmla="*/ 646331 h 646331"/>
              <a:gd name="csX22" fmla="*/ 9076267 w 10210800"/>
              <a:gd name="csY22" fmla="*/ 646331 h 646331"/>
              <a:gd name="csX23" fmla="*/ 8509000 w 10210800"/>
              <a:gd name="csY23" fmla="*/ 646331 h 646331"/>
              <a:gd name="csX24" fmla="*/ 7941733 w 10210800"/>
              <a:gd name="csY24" fmla="*/ 646331 h 646331"/>
              <a:gd name="csX25" fmla="*/ 7476575 w 10210800"/>
              <a:gd name="csY25" fmla="*/ 646331 h 646331"/>
              <a:gd name="csX26" fmla="*/ 7215632 w 10210800"/>
              <a:gd name="csY26" fmla="*/ 646331 h 646331"/>
              <a:gd name="csX27" fmla="*/ 6954689 w 10210800"/>
              <a:gd name="csY27" fmla="*/ 646331 h 646331"/>
              <a:gd name="csX28" fmla="*/ 6591639 w 10210800"/>
              <a:gd name="csY28" fmla="*/ 646331 h 646331"/>
              <a:gd name="csX29" fmla="*/ 6126480 w 10210800"/>
              <a:gd name="csY29" fmla="*/ 646331 h 646331"/>
              <a:gd name="csX30" fmla="*/ 5354997 w 10210800"/>
              <a:gd name="csY30" fmla="*/ 646331 h 646331"/>
              <a:gd name="csX31" fmla="*/ 4991947 w 10210800"/>
              <a:gd name="csY31" fmla="*/ 646331 h 646331"/>
              <a:gd name="csX32" fmla="*/ 4424680 w 10210800"/>
              <a:gd name="csY32" fmla="*/ 646331 h 646331"/>
              <a:gd name="csX33" fmla="*/ 4061629 w 10210800"/>
              <a:gd name="csY33" fmla="*/ 646331 h 646331"/>
              <a:gd name="csX34" fmla="*/ 3698579 w 10210800"/>
              <a:gd name="csY34" fmla="*/ 646331 h 646331"/>
              <a:gd name="csX35" fmla="*/ 3029204 w 10210800"/>
              <a:gd name="csY35" fmla="*/ 646331 h 646331"/>
              <a:gd name="csX36" fmla="*/ 2768261 w 10210800"/>
              <a:gd name="csY36" fmla="*/ 646331 h 646331"/>
              <a:gd name="csX37" fmla="*/ 2303103 w 10210800"/>
              <a:gd name="csY37" fmla="*/ 646331 h 646331"/>
              <a:gd name="csX38" fmla="*/ 1837944 w 10210800"/>
              <a:gd name="csY38" fmla="*/ 646331 h 646331"/>
              <a:gd name="csX39" fmla="*/ 1066461 w 10210800"/>
              <a:gd name="csY39" fmla="*/ 646331 h 646331"/>
              <a:gd name="csX40" fmla="*/ 0 w 10210800"/>
              <a:gd name="csY40" fmla="*/ 646331 h 646331"/>
              <a:gd name="csX41" fmla="*/ 0 w 10210800"/>
              <a:gd name="csY41" fmla="*/ 336092 h 646331"/>
              <a:gd name="csX42" fmla="*/ 0 w 10210800"/>
              <a:gd name="csY4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210800" h="646331" fill="none" extrusionOk="0">
                <a:moveTo>
                  <a:pt x="0" y="0"/>
                </a:moveTo>
                <a:cubicBezTo>
                  <a:pt x="173078" y="-63445"/>
                  <a:pt x="314178" y="16228"/>
                  <a:pt x="567267" y="0"/>
                </a:cubicBezTo>
                <a:cubicBezTo>
                  <a:pt x="820356" y="-16228"/>
                  <a:pt x="879680" y="31707"/>
                  <a:pt x="1032425" y="0"/>
                </a:cubicBezTo>
                <a:cubicBezTo>
                  <a:pt x="1185170" y="-31707"/>
                  <a:pt x="1219256" y="15454"/>
                  <a:pt x="1293368" y="0"/>
                </a:cubicBezTo>
                <a:cubicBezTo>
                  <a:pt x="1367480" y="-15454"/>
                  <a:pt x="1424433" y="2599"/>
                  <a:pt x="1554311" y="0"/>
                </a:cubicBezTo>
                <a:cubicBezTo>
                  <a:pt x="1684189" y="-2599"/>
                  <a:pt x="1810927" y="24225"/>
                  <a:pt x="1917361" y="0"/>
                </a:cubicBezTo>
                <a:cubicBezTo>
                  <a:pt x="2023795" y="-24225"/>
                  <a:pt x="2378835" y="15952"/>
                  <a:pt x="2586736" y="0"/>
                </a:cubicBezTo>
                <a:cubicBezTo>
                  <a:pt x="2794637" y="-15952"/>
                  <a:pt x="3058122" y="45733"/>
                  <a:pt x="3256111" y="0"/>
                </a:cubicBezTo>
                <a:cubicBezTo>
                  <a:pt x="3454101" y="-45733"/>
                  <a:pt x="3791075" y="1379"/>
                  <a:pt x="4027593" y="0"/>
                </a:cubicBezTo>
                <a:cubicBezTo>
                  <a:pt x="4264111" y="-1379"/>
                  <a:pt x="4569064" y="71409"/>
                  <a:pt x="4799076" y="0"/>
                </a:cubicBezTo>
                <a:cubicBezTo>
                  <a:pt x="5029088" y="-71409"/>
                  <a:pt x="4983024" y="4046"/>
                  <a:pt x="5162127" y="0"/>
                </a:cubicBezTo>
                <a:cubicBezTo>
                  <a:pt x="5341230" y="-4046"/>
                  <a:pt x="5455304" y="7914"/>
                  <a:pt x="5627285" y="0"/>
                </a:cubicBezTo>
                <a:cubicBezTo>
                  <a:pt x="5799266" y="-7914"/>
                  <a:pt x="6157127" y="77802"/>
                  <a:pt x="6296660" y="0"/>
                </a:cubicBezTo>
                <a:cubicBezTo>
                  <a:pt x="6436193" y="-77802"/>
                  <a:pt x="6768223" y="27409"/>
                  <a:pt x="7068143" y="0"/>
                </a:cubicBezTo>
                <a:cubicBezTo>
                  <a:pt x="7368063" y="-27409"/>
                  <a:pt x="7679180" y="44768"/>
                  <a:pt x="7839625" y="0"/>
                </a:cubicBezTo>
                <a:cubicBezTo>
                  <a:pt x="8000070" y="-44768"/>
                  <a:pt x="8017511" y="30442"/>
                  <a:pt x="8100568" y="0"/>
                </a:cubicBezTo>
                <a:cubicBezTo>
                  <a:pt x="8183625" y="-30442"/>
                  <a:pt x="8551346" y="17199"/>
                  <a:pt x="8872051" y="0"/>
                </a:cubicBezTo>
                <a:cubicBezTo>
                  <a:pt x="9192756" y="-17199"/>
                  <a:pt x="9143357" y="11644"/>
                  <a:pt x="9235101" y="0"/>
                </a:cubicBezTo>
                <a:cubicBezTo>
                  <a:pt x="9326845" y="-11644"/>
                  <a:pt x="9904933" y="38422"/>
                  <a:pt x="10210800" y="0"/>
                </a:cubicBezTo>
                <a:cubicBezTo>
                  <a:pt x="10236091" y="89369"/>
                  <a:pt x="10206012" y="215626"/>
                  <a:pt x="10210800" y="323166"/>
                </a:cubicBezTo>
                <a:cubicBezTo>
                  <a:pt x="10215588" y="430706"/>
                  <a:pt x="10199459" y="516089"/>
                  <a:pt x="10210800" y="646331"/>
                </a:cubicBezTo>
                <a:cubicBezTo>
                  <a:pt x="10123107" y="649094"/>
                  <a:pt x="9988070" y="619423"/>
                  <a:pt x="9847749" y="646331"/>
                </a:cubicBezTo>
                <a:cubicBezTo>
                  <a:pt x="9707428" y="673239"/>
                  <a:pt x="9379503" y="603523"/>
                  <a:pt x="9076267" y="646331"/>
                </a:cubicBezTo>
                <a:cubicBezTo>
                  <a:pt x="8773031" y="689139"/>
                  <a:pt x="8768525" y="607825"/>
                  <a:pt x="8509000" y="646331"/>
                </a:cubicBezTo>
                <a:cubicBezTo>
                  <a:pt x="8249475" y="684837"/>
                  <a:pt x="8163764" y="620535"/>
                  <a:pt x="7941733" y="646331"/>
                </a:cubicBezTo>
                <a:cubicBezTo>
                  <a:pt x="7719702" y="672127"/>
                  <a:pt x="7690083" y="625930"/>
                  <a:pt x="7476575" y="646331"/>
                </a:cubicBezTo>
                <a:cubicBezTo>
                  <a:pt x="7263067" y="666732"/>
                  <a:pt x="7326440" y="622870"/>
                  <a:pt x="7215632" y="646331"/>
                </a:cubicBezTo>
                <a:cubicBezTo>
                  <a:pt x="7104824" y="669792"/>
                  <a:pt x="7049920" y="643962"/>
                  <a:pt x="6954689" y="646331"/>
                </a:cubicBezTo>
                <a:cubicBezTo>
                  <a:pt x="6859458" y="648700"/>
                  <a:pt x="6715313" y="639764"/>
                  <a:pt x="6591639" y="646331"/>
                </a:cubicBezTo>
                <a:cubicBezTo>
                  <a:pt x="6467965" y="652898"/>
                  <a:pt x="6230680" y="645089"/>
                  <a:pt x="6126480" y="646331"/>
                </a:cubicBezTo>
                <a:cubicBezTo>
                  <a:pt x="6022280" y="647573"/>
                  <a:pt x="5563417" y="581209"/>
                  <a:pt x="5354997" y="646331"/>
                </a:cubicBezTo>
                <a:cubicBezTo>
                  <a:pt x="5146577" y="711453"/>
                  <a:pt x="5093834" y="613612"/>
                  <a:pt x="4991947" y="646331"/>
                </a:cubicBezTo>
                <a:cubicBezTo>
                  <a:pt x="4890060" y="679050"/>
                  <a:pt x="4634515" y="595823"/>
                  <a:pt x="4424680" y="646331"/>
                </a:cubicBezTo>
                <a:cubicBezTo>
                  <a:pt x="4214845" y="696839"/>
                  <a:pt x="4198816" y="646310"/>
                  <a:pt x="4061629" y="646331"/>
                </a:cubicBezTo>
                <a:cubicBezTo>
                  <a:pt x="3924442" y="646352"/>
                  <a:pt x="3821619" y="636525"/>
                  <a:pt x="3698579" y="646331"/>
                </a:cubicBezTo>
                <a:cubicBezTo>
                  <a:pt x="3575539" y="656137"/>
                  <a:pt x="3273123" y="641894"/>
                  <a:pt x="3029204" y="646331"/>
                </a:cubicBezTo>
                <a:cubicBezTo>
                  <a:pt x="2785286" y="650768"/>
                  <a:pt x="2826057" y="621137"/>
                  <a:pt x="2768261" y="646331"/>
                </a:cubicBezTo>
                <a:cubicBezTo>
                  <a:pt x="2710465" y="671525"/>
                  <a:pt x="2515055" y="612452"/>
                  <a:pt x="2303103" y="646331"/>
                </a:cubicBezTo>
                <a:cubicBezTo>
                  <a:pt x="2091151" y="680210"/>
                  <a:pt x="2025806" y="600186"/>
                  <a:pt x="1837944" y="646331"/>
                </a:cubicBezTo>
                <a:cubicBezTo>
                  <a:pt x="1650082" y="692476"/>
                  <a:pt x="1394040" y="621767"/>
                  <a:pt x="1066461" y="646331"/>
                </a:cubicBezTo>
                <a:cubicBezTo>
                  <a:pt x="738882" y="670895"/>
                  <a:pt x="298341" y="638402"/>
                  <a:pt x="0" y="646331"/>
                </a:cubicBezTo>
                <a:cubicBezTo>
                  <a:pt x="-28786" y="557497"/>
                  <a:pt x="3597" y="402197"/>
                  <a:pt x="0" y="336092"/>
                </a:cubicBezTo>
                <a:cubicBezTo>
                  <a:pt x="-3597" y="269987"/>
                  <a:pt x="92" y="118476"/>
                  <a:pt x="0" y="0"/>
                </a:cubicBezTo>
                <a:close/>
              </a:path>
              <a:path w="10210800" h="646331" stroke="0" extrusionOk="0">
                <a:moveTo>
                  <a:pt x="0" y="0"/>
                </a:moveTo>
                <a:cubicBezTo>
                  <a:pt x="286393" y="-53625"/>
                  <a:pt x="525703" y="53143"/>
                  <a:pt x="771483" y="0"/>
                </a:cubicBezTo>
                <a:cubicBezTo>
                  <a:pt x="1017263" y="-53143"/>
                  <a:pt x="1160214" y="69710"/>
                  <a:pt x="1542965" y="0"/>
                </a:cubicBezTo>
                <a:cubicBezTo>
                  <a:pt x="1925716" y="-69710"/>
                  <a:pt x="1728403" y="26860"/>
                  <a:pt x="1906016" y="0"/>
                </a:cubicBezTo>
                <a:cubicBezTo>
                  <a:pt x="2083629" y="-26860"/>
                  <a:pt x="2358459" y="30395"/>
                  <a:pt x="2575391" y="0"/>
                </a:cubicBezTo>
                <a:cubicBezTo>
                  <a:pt x="2792323" y="-30395"/>
                  <a:pt x="2789964" y="727"/>
                  <a:pt x="2938441" y="0"/>
                </a:cubicBezTo>
                <a:cubicBezTo>
                  <a:pt x="3086918" y="-727"/>
                  <a:pt x="3244888" y="11519"/>
                  <a:pt x="3403600" y="0"/>
                </a:cubicBezTo>
                <a:cubicBezTo>
                  <a:pt x="3562312" y="-11519"/>
                  <a:pt x="3962431" y="55930"/>
                  <a:pt x="4175083" y="0"/>
                </a:cubicBezTo>
                <a:cubicBezTo>
                  <a:pt x="4387735" y="-55930"/>
                  <a:pt x="4356816" y="19703"/>
                  <a:pt x="4436025" y="0"/>
                </a:cubicBezTo>
                <a:cubicBezTo>
                  <a:pt x="4515234" y="-19703"/>
                  <a:pt x="4627117" y="15507"/>
                  <a:pt x="4696968" y="0"/>
                </a:cubicBezTo>
                <a:cubicBezTo>
                  <a:pt x="4766819" y="-15507"/>
                  <a:pt x="4977200" y="9287"/>
                  <a:pt x="5162127" y="0"/>
                </a:cubicBezTo>
                <a:cubicBezTo>
                  <a:pt x="5347054" y="-9287"/>
                  <a:pt x="5689622" y="31968"/>
                  <a:pt x="5831501" y="0"/>
                </a:cubicBezTo>
                <a:cubicBezTo>
                  <a:pt x="5973380" y="-31968"/>
                  <a:pt x="6281392" y="13602"/>
                  <a:pt x="6602984" y="0"/>
                </a:cubicBezTo>
                <a:cubicBezTo>
                  <a:pt x="6924576" y="-13602"/>
                  <a:pt x="7052681" y="75258"/>
                  <a:pt x="7272359" y="0"/>
                </a:cubicBezTo>
                <a:cubicBezTo>
                  <a:pt x="7492037" y="-75258"/>
                  <a:pt x="7465349" y="1025"/>
                  <a:pt x="7533301" y="0"/>
                </a:cubicBezTo>
                <a:cubicBezTo>
                  <a:pt x="7601253" y="-1025"/>
                  <a:pt x="7792729" y="14724"/>
                  <a:pt x="7998460" y="0"/>
                </a:cubicBezTo>
                <a:cubicBezTo>
                  <a:pt x="8204191" y="-14724"/>
                  <a:pt x="8427926" y="41641"/>
                  <a:pt x="8667835" y="0"/>
                </a:cubicBezTo>
                <a:cubicBezTo>
                  <a:pt x="8907744" y="-41641"/>
                  <a:pt x="8806632" y="11468"/>
                  <a:pt x="8928777" y="0"/>
                </a:cubicBezTo>
                <a:cubicBezTo>
                  <a:pt x="9050922" y="-11468"/>
                  <a:pt x="9211046" y="55679"/>
                  <a:pt x="9393936" y="0"/>
                </a:cubicBezTo>
                <a:cubicBezTo>
                  <a:pt x="9576826" y="-55679"/>
                  <a:pt x="9808510" y="66701"/>
                  <a:pt x="10210800" y="0"/>
                </a:cubicBezTo>
                <a:cubicBezTo>
                  <a:pt x="10231667" y="142713"/>
                  <a:pt x="10175782" y="230187"/>
                  <a:pt x="10210800" y="303776"/>
                </a:cubicBezTo>
                <a:cubicBezTo>
                  <a:pt x="10245818" y="377365"/>
                  <a:pt x="10192149" y="519438"/>
                  <a:pt x="10210800" y="646331"/>
                </a:cubicBezTo>
                <a:cubicBezTo>
                  <a:pt x="10110064" y="671502"/>
                  <a:pt x="10002342" y="626147"/>
                  <a:pt x="9949857" y="646331"/>
                </a:cubicBezTo>
                <a:cubicBezTo>
                  <a:pt x="9897372" y="666515"/>
                  <a:pt x="9591687" y="604402"/>
                  <a:pt x="9382591" y="646331"/>
                </a:cubicBezTo>
                <a:cubicBezTo>
                  <a:pt x="9173495" y="688260"/>
                  <a:pt x="9206048" y="632500"/>
                  <a:pt x="9121648" y="646331"/>
                </a:cubicBezTo>
                <a:cubicBezTo>
                  <a:pt x="9037248" y="660162"/>
                  <a:pt x="8861114" y="603454"/>
                  <a:pt x="8758597" y="646331"/>
                </a:cubicBezTo>
                <a:cubicBezTo>
                  <a:pt x="8656080" y="689208"/>
                  <a:pt x="8481890" y="622205"/>
                  <a:pt x="8395547" y="646331"/>
                </a:cubicBezTo>
                <a:cubicBezTo>
                  <a:pt x="8309204" y="670457"/>
                  <a:pt x="7965995" y="636254"/>
                  <a:pt x="7828280" y="646331"/>
                </a:cubicBezTo>
                <a:cubicBezTo>
                  <a:pt x="7690565" y="656408"/>
                  <a:pt x="7334194" y="555507"/>
                  <a:pt x="7056797" y="646331"/>
                </a:cubicBezTo>
                <a:cubicBezTo>
                  <a:pt x="6779400" y="737155"/>
                  <a:pt x="6841216" y="646163"/>
                  <a:pt x="6693747" y="646331"/>
                </a:cubicBezTo>
                <a:cubicBezTo>
                  <a:pt x="6546278" y="646499"/>
                  <a:pt x="6397154" y="615241"/>
                  <a:pt x="6228588" y="646331"/>
                </a:cubicBezTo>
                <a:cubicBezTo>
                  <a:pt x="6060022" y="677421"/>
                  <a:pt x="6022975" y="635846"/>
                  <a:pt x="5865537" y="646331"/>
                </a:cubicBezTo>
                <a:cubicBezTo>
                  <a:pt x="5708099" y="656816"/>
                  <a:pt x="5287920" y="624694"/>
                  <a:pt x="5094055" y="646331"/>
                </a:cubicBezTo>
                <a:cubicBezTo>
                  <a:pt x="4900190" y="667968"/>
                  <a:pt x="4630461" y="600390"/>
                  <a:pt x="4322572" y="646331"/>
                </a:cubicBezTo>
                <a:cubicBezTo>
                  <a:pt x="4014683" y="692272"/>
                  <a:pt x="3858042" y="607104"/>
                  <a:pt x="3653197" y="646331"/>
                </a:cubicBezTo>
                <a:cubicBezTo>
                  <a:pt x="3448352" y="685558"/>
                  <a:pt x="3402907" y="607027"/>
                  <a:pt x="3188039" y="646331"/>
                </a:cubicBezTo>
                <a:cubicBezTo>
                  <a:pt x="2973171" y="685635"/>
                  <a:pt x="2735183" y="619491"/>
                  <a:pt x="2620772" y="646331"/>
                </a:cubicBezTo>
                <a:cubicBezTo>
                  <a:pt x="2506361" y="673171"/>
                  <a:pt x="2118056" y="639350"/>
                  <a:pt x="1951397" y="646331"/>
                </a:cubicBezTo>
                <a:cubicBezTo>
                  <a:pt x="1784738" y="653312"/>
                  <a:pt x="1587862" y="646107"/>
                  <a:pt x="1486239" y="646331"/>
                </a:cubicBezTo>
                <a:cubicBezTo>
                  <a:pt x="1384616" y="646555"/>
                  <a:pt x="1146003" y="632315"/>
                  <a:pt x="918972" y="646331"/>
                </a:cubicBezTo>
                <a:cubicBezTo>
                  <a:pt x="691941" y="660347"/>
                  <a:pt x="752691" y="618288"/>
                  <a:pt x="658029" y="646331"/>
                </a:cubicBezTo>
                <a:cubicBezTo>
                  <a:pt x="563367" y="674374"/>
                  <a:pt x="154619" y="638166"/>
                  <a:pt x="0" y="646331"/>
                </a:cubicBezTo>
                <a:cubicBezTo>
                  <a:pt x="-19724" y="545719"/>
                  <a:pt x="28559" y="421380"/>
                  <a:pt x="0" y="329629"/>
                </a:cubicBezTo>
                <a:cubicBezTo>
                  <a:pt x="-28559" y="237878"/>
                  <a:pt x="28084" y="1559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3A: Reading  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Towards Grade Level -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(24 Marks) 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10129-1228-DBFE-8F47-DCCEF43E2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4" t="27778" r="7408" b="18889"/>
          <a:stretch>
            <a:fillRect/>
          </a:stretch>
        </p:blipFill>
        <p:spPr>
          <a:xfrm>
            <a:off x="574007" y="1454996"/>
            <a:ext cx="17347612" cy="825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0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0E18C-9608-BCB0-679E-E188C350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57DFC06D-7217-67E5-DBE4-83AFE8788F48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51BE59D-CF92-9072-543E-B9FA3560E8D0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CC2FA-C720-1AD1-DB71-56DF080E9772}"/>
              </a:ext>
            </a:extLst>
          </p:cNvPr>
          <p:cNvSpPr txBox="1"/>
          <p:nvPr/>
        </p:nvSpPr>
        <p:spPr>
          <a:xfrm>
            <a:off x="4038600" y="576792"/>
            <a:ext cx="10210800" cy="646331"/>
          </a:xfrm>
          <a:custGeom>
            <a:avLst/>
            <a:gdLst>
              <a:gd name="csX0" fmla="*/ 0 w 10210800"/>
              <a:gd name="csY0" fmla="*/ 0 h 646331"/>
              <a:gd name="csX1" fmla="*/ 567267 w 10210800"/>
              <a:gd name="csY1" fmla="*/ 0 h 646331"/>
              <a:gd name="csX2" fmla="*/ 1032425 w 10210800"/>
              <a:gd name="csY2" fmla="*/ 0 h 646331"/>
              <a:gd name="csX3" fmla="*/ 1293368 w 10210800"/>
              <a:gd name="csY3" fmla="*/ 0 h 646331"/>
              <a:gd name="csX4" fmla="*/ 1554311 w 10210800"/>
              <a:gd name="csY4" fmla="*/ 0 h 646331"/>
              <a:gd name="csX5" fmla="*/ 1917361 w 10210800"/>
              <a:gd name="csY5" fmla="*/ 0 h 646331"/>
              <a:gd name="csX6" fmla="*/ 2586736 w 10210800"/>
              <a:gd name="csY6" fmla="*/ 0 h 646331"/>
              <a:gd name="csX7" fmla="*/ 3256111 w 10210800"/>
              <a:gd name="csY7" fmla="*/ 0 h 646331"/>
              <a:gd name="csX8" fmla="*/ 4027593 w 10210800"/>
              <a:gd name="csY8" fmla="*/ 0 h 646331"/>
              <a:gd name="csX9" fmla="*/ 4799076 w 10210800"/>
              <a:gd name="csY9" fmla="*/ 0 h 646331"/>
              <a:gd name="csX10" fmla="*/ 5162127 w 10210800"/>
              <a:gd name="csY10" fmla="*/ 0 h 646331"/>
              <a:gd name="csX11" fmla="*/ 5627285 w 10210800"/>
              <a:gd name="csY11" fmla="*/ 0 h 646331"/>
              <a:gd name="csX12" fmla="*/ 6296660 w 10210800"/>
              <a:gd name="csY12" fmla="*/ 0 h 646331"/>
              <a:gd name="csX13" fmla="*/ 7068143 w 10210800"/>
              <a:gd name="csY13" fmla="*/ 0 h 646331"/>
              <a:gd name="csX14" fmla="*/ 7839625 w 10210800"/>
              <a:gd name="csY14" fmla="*/ 0 h 646331"/>
              <a:gd name="csX15" fmla="*/ 8100568 w 10210800"/>
              <a:gd name="csY15" fmla="*/ 0 h 646331"/>
              <a:gd name="csX16" fmla="*/ 8872051 w 10210800"/>
              <a:gd name="csY16" fmla="*/ 0 h 646331"/>
              <a:gd name="csX17" fmla="*/ 9235101 w 10210800"/>
              <a:gd name="csY17" fmla="*/ 0 h 646331"/>
              <a:gd name="csX18" fmla="*/ 10210800 w 10210800"/>
              <a:gd name="csY18" fmla="*/ 0 h 646331"/>
              <a:gd name="csX19" fmla="*/ 10210800 w 10210800"/>
              <a:gd name="csY19" fmla="*/ 323166 h 646331"/>
              <a:gd name="csX20" fmla="*/ 10210800 w 10210800"/>
              <a:gd name="csY20" fmla="*/ 646331 h 646331"/>
              <a:gd name="csX21" fmla="*/ 9847749 w 10210800"/>
              <a:gd name="csY21" fmla="*/ 646331 h 646331"/>
              <a:gd name="csX22" fmla="*/ 9076267 w 10210800"/>
              <a:gd name="csY22" fmla="*/ 646331 h 646331"/>
              <a:gd name="csX23" fmla="*/ 8509000 w 10210800"/>
              <a:gd name="csY23" fmla="*/ 646331 h 646331"/>
              <a:gd name="csX24" fmla="*/ 7941733 w 10210800"/>
              <a:gd name="csY24" fmla="*/ 646331 h 646331"/>
              <a:gd name="csX25" fmla="*/ 7476575 w 10210800"/>
              <a:gd name="csY25" fmla="*/ 646331 h 646331"/>
              <a:gd name="csX26" fmla="*/ 7215632 w 10210800"/>
              <a:gd name="csY26" fmla="*/ 646331 h 646331"/>
              <a:gd name="csX27" fmla="*/ 6954689 w 10210800"/>
              <a:gd name="csY27" fmla="*/ 646331 h 646331"/>
              <a:gd name="csX28" fmla="*/ 6591639 w 10210800"/>
              <a:gd name="csY28" fmla="*/ 646331 h 646331"/>
              <a:gd name="csX29" fmla="*/ 6126480 w 10210800"/>
              <a:gd name="csY29" fmla="*/ 646331 h 646331"/>
              <a:gd name="csX30" fmla="*/ 5354997 w 10210800"/>
              <a:gd name="csY30" fmla="*/ 646331 h 646331"/>
              <a:gd name="csX31" fmla="*/ 4991947 w 10210800"/>
              <a:gd name="csY31" fmla="*/ 646331 h 646331"/>
              <a:gd name="csX32" fmla="*/ 4424680 w 10210800"/>
              <a:gd name="csY32" fmla="*/ 646331 h 646331"/>
              <a:gd name="csX33" fmla="*/ 4061629 w 10210800"/>
              <a:gd name="csY33" fmla="*/ 646331 h 646331"/>
              <a:gd name="csX34" fmla="*/ 3698579 w 10210800"/>
              <a:gd name="csY34" fmla="*/ 646331 h 646331"/>
              <a:gd name="csX35" fmla="*/ 3029204 w 10210800"/>
              <a:gd name="csY35" fmla="*/ 646331 h 646331"/>
              <a:gd name="csX36" fmla="*/ 2768261 w 10210800"/>
              <a:gd name="csY36" fmla="*/ 646331 h 646331"/>
              <a:gd name="csX37" fmla="*/ 2303103 w 10210800"/>
              <a:gd name="csY37" fmla="*/ 646331 h 646331"/>
              <a:gd name="csX38" fmla="*/ 1837944 w 10210800"/>
              <a:gd name="csY38" fmla="*/ 646331 h 646331"/>
              <a:gd name="csX39" fmla="*/ 1066461 w 10210800"/>
              <a:gd name="csY39" fmla="*/ 646331 h 646331"/>
              <a:gd name="csX40" fmla="*/ 0 w 10210800"/>
              <a:gd name="csY40" fmla="*/ 646331 h 646331"/>
              <a:gd name="csX41" fmla="*/ 0 w 10210800"/>
              <a:gd name="csY41" fmla="*/ 336092 h 646331"/>
              <a:gd name="csX42" fmla="*/ 0 w 10210800"/>
              <a:gd name="csY4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210800" h="646331" fill="none" extrusionOk="0">
                <a:moveTo>
                  <a:pt x="0" y="0"/>
                </a:moveTo>
                <a:cubicBezTo>
                  <a:pt x="173078" y="-63445"/>
                  <a:pt x="314178" y="16228"/>
                  <a:pt x="567267" y="0"/>
                </a:cubicBezTo>
                <a:cubicBezTo>
                  <a:pt x="820356" y="-16228"/>
                  <a:pt x="879680" y="31707"/>
                  <a:pt x="1032425" y="0"/>
                </a:cubicBezTo>
                <a:cubicBezTo>
                  <a:pt x="1185170" y="-31707"/>
                  <a:pt x="1219256" y="15454"/>
                  <a:pt x="1293368" y="0"/>
                </a:cubicBezTo>
                <a:cubicBezTo>
                  <a:pt x="1367480" y="-15454"/>
                  <a:pt x="1424433" y="2599"/>
                  <a:pt x="1554311" y="0"/>
                </a:cubicBezTo>
                <a:cubicBezTo>
                  <a:pt x="1684189" y="-2599"/>
                  <a:pt x="1810927" y="24225"/>
                  <a:pt x="1917361" y="0"/>
                </a:cubicBezTo>
                <a:cubicBezTo>
                  <a:pt x="2023795" y="-24225"/>
                  <a:pt x="2378835" y="15952"/>
                  <a:pt x="2586736" y="0"/>
                </a:cubicBezTo>
                <a:cubicBezTo>
                  <a:pt x="2794637" y="-15952"/>
                  <a:pt x="3058122" y="45733"/>
                  <a:pt x="3256111" y="0"/>
                </a:cubicBezTo>
                <a:cubicBezTo>
                  <a:pt x="3454101" y="-45733"/>
                  <a:pt x="3791075" y="1379"/>
                  <a:pt x="4027593" y="0"/>
                </a:cubicBezTo>
                <a:cubicBezTo>
                  <a:pt x="4264111" y="-1379"/>
                  <a:pt x="4569064" y="71409"/>
                  <a:pt x="4799076" y="0"/>
                </a:cubicBezTo>
                <a:cubicBezTo>
                  <a:pt x="5029088" y="-71409"/>
                  <a:pt x="4983024" y="4046"/>
                  <a:pt x="5162127" y="0"/>
                </a:cubicBezTo>
                <a:cubicBezTo>
                  <a:pt x="5341230" y="-4046"/>
                  <a:pt x="5455304" y="7914"/>
                  <a:pt x="5627285" y="0"/>
                </a:cubicBezTo>
                <a:cubicBezTo>
                  <a:pt x="5799266" y="-7914"/>
                  <a:pt x="6157127" y="77802"/>
                  <a:pt x="6296660" y="0"/>
                </a:cubicBezTo>
                <a:cubicBezTo>
                  <a:pt x="6436193" y="-77802"/>
                  <a:pt x="6768223" y="27409"/>
                  <a:pt x="7068143" y="0"/>
                </a:cubicBezTo>
                <a:cubicBezTo>
                  <a:pt x="7368063" y="-27409"/>
                  <a:pt x="7679180" y="44768"/>
                  <a:pt x="7839625" y="0"/>
                </a:cubicBezTo>
                <a:cubicBezTo>
                  <a:pt x="8000070" y="-44768"/>
                  <a:pt x="8017511" y="30442"/>
                  <a:pt x="8100568" y="0"/>
                </a:cubicBezTo>
                <a:cubicBezTo>
                  <a:pt x="8183625" y="-30442"/>
                  <a:pt x="8551346" y="17199"/>
                  <a:pt x="8872051" y="0"/>
                </a:cubicBezTo>
                <a:cubicBezTo>
                  <a:pt x="9192756" y="-17199"/>
                  <a:pt x="9143357" y="11644"/>
                  <a:pt x="9235101" y="0"/>
                </a:cubicBezTo>
                <a:cubicBezTo>
                  <a:pt x="9326845" y="-11644"/>
                  <a:pt x="9904933" y="38422"/>
                  <a:pt x="10210800" y="0"/>
                </a:cubicBezTo>
                <a:cubicBezTo>
                  <a:pt x="10236091" y="89369"/>
                  <a:pt x="10206012" y="215626"/>
                  <a:pt x="10210800" y="323166"/>
                </a:cubicBezTo>
                <a:cubicBezTo>
                  <a:pt x="10215588" y="430706"/>
                  <a:pt x="10199459" y="516089"/>
                  <a:pt x="10210800" y="646331"/>
                </a:cubicBezTo>
                <a:cubicBezTo>
                  <a:pt x="10123107" y="649094"/>
                  <a:pt x="9988070" y="619423"/>
                  <a:pt x="9847749" y="646331"/>
                </a:cubicBezTo>
                <a:cubicBezTo>
                  <a:pt x="9707428" y="673239"/>
                  <a:pt x="9379503" y="603523"/>
                  <a:pt x="9076267" y="646331"/>
                </a:cubicBezTo>
                <a:cubicBezTo>
                  <a:pt x="8773031" y="689139"/>
                  <a:pt x="8768525" y="607825"/>
                  <a:pt x="8509000" y="646331"/>
                </a:cubicBezTo>
                <a:cubicBezTo>
                  <a:pt x="8249475" y="684837"/>
                  <a:pt x="8163764" y="620535"/>
                  <a:pt x="7941733" y="646331"/>
                </a:cubicBezTo>
                <a:cubicBezTo>
                  <a:pt x="7719702" y="672127"/>
                  <a:pt x="7690083" y="625930"/>
                  <a:pt x="7476575" y="646331"/>
                </a:cubicBezTo>
                <a:cubicBezTo>
                  <a:pt x="7263067" y="666732"/>
                  <a:pt x="7326440" y="622870"/>
                  <a:pt x="7215632" y="646331"/>
                </a:cubicBezTo>
                <a:cubicBezTo>
                  <a:pt x="7104824" y="669792"/>
                  <a:pt x="7049920" y="643962"/>
                  <a:pt x="6954689" y="646331"/>
                </a:cubicBezTo>
                <a:cubicBezTo>
                  <a:pt x="6859458" y="648700"/>
                  <a:pt x="6715313" y="639764"/>
                  <a:pt x="6591639" y="646331"/>
                </a:cubicBezTo>
                <a:cubicBezTo>
                  <a:pt x="6467965" y="652898"/>
                  <a:pt x="6230680" y="645089"/>
                  <a:pt x="6126480" y="646331"/>
                </a:cubicBezTo>
                <a:cubicBezTo>
                  <a:pt x="6022280" y="647573"/>
                  <a:pt x="5563417" y="581209"/>
                  <a:pt x="5354997" y="646331"/>
                </a:cubicBezTo>
                <a:cubicBezTo>
                  <a:pt x="5146577" y="711453"/>
                  <a:pt x="5093834" y="613612"/>
                  <a:pt x="4991947" y="646331"/>
                </a:cubicBezTo>
                <a:cubicBezTo>
                  <a:pt x="4890060" y="679050"/>
                  <a:pt x="4634515" y="595823"/>
                  <a:pt x="4424680" y="646331"/>
                </a:cubicBezTo>
                <a:cubicBezTo>
                  <a:pt x="4214845" y="696839"/>
                  <a:pt x="4198816" y="646310"/>
                  <a:pt x="4061629" y="646331"/>
                </a:cubicBezTo>
                <a:cubicBezTo>
                  <a:pt x="3924442" y="646352"/>
                  <a:pt x="3821619" y="636525"/>
                  <a:pt x="3698579" y="646331"/>
                </a:cubicBezTo>
                <a:cubicBezTo>
                  <a:pt x="3575539" y="656137"/>
                  <a:pt x="3273123" y="641894"/>
                  <a:pt x="3029204" y="646331"/>
                </a:cubicBezTo>
                <a:cubicBezTo>
                  <a:pt x="2785286" y="650768"/>
                  <a:pt x="2826057" y="621137"/>
                  <a:pt x="2768261" y="646331"/>
                </a:cubicBezTo>
                <a:cubicBezTo>
                  <a:pt x="2710465" y="671525"/>
                  <a:pt x="2515055" y="612452"/>
                  <a:pt x="2303103" y="646331"/>
                </a:cubicBezTo>
                <a:cubicBezTo>
                  <a:pt x="2091151" y="680210"/>
                  <a:pt x="2025806" y="600186"/>
                  <a:pt x="1837944" y="646331"/>
                </a:cubicBezTo>
                <a:cubicBezTo>
                  <a:pt x="1650082" y="692476"/>
                  <a:pt x="1394040" y="621767"/>
                  <a:pt x="1066461" y="646331"/>
                </a:cubicBezTo>
                <a:cubicBezTo>
                  <a:pt x="738882" y="670895"/>
                  <a:pt x="298341" y="638402"/>
                  <a:pt x="0" y="646331"/>
                </a:cubicBezTo>
                <a:cubicBezTo>
                  <a:pt x="-28786" y="557497"/>
                  <a:pt x="3597" y="402197"/>
                  <a:pt x="0" y="336092"/>
                </a:cubicBezTo>
                <a:cubicBezTo>
                  <a:pt x="-3597" y="269987"/>
                  <a:pt x="92" y="118476"/>
                  <a:pt x="0" y="0"/>
                </a:cubicBezTo>
                <a:close/>
              </a:path>
              <a:path w="10210800" h="646331" stroke="0" extrusionOk="0">
                <a:moveTo>
                  <a:pt x="0" y="0"/>
                </a:moveTo>
                <a:cubicBezTo>
                  <a:pt x="286393" y="-53625"/>
                  <a:pt x="525703" y="53143"/>
                  <a:pt x="771483" y="0"/>
                </a:cubicBezTo>
                <a:cubicBezTo>
                  <a:pt x="1017263" y="-53143"/>
                  <a:pt x="1160214" y="69710"/>
                  <a:pt x="1542965" y="0"/>
                </a:cubicBezTo>
                <a:cubicBezTo>
                  <a:pt x="1925716" y="-69710"/>
                  <a:pt x="1728403" y="26860"/>
                  <a:pt x="1906016" y="0"/>
                </a:cubicBezTo>
                <a:cubicBezTo>
                  <a:pt x="2083629" y="-26860"/>
                  <a:pt x="2358459" y="30395"/>
                  <a:pt x="2575391" y="0"/>
                </a:cubicBezTo>
                <a:cubicBezTo>
                  <a:pt x="2792323" y="-30395"/>
                  <a:pt x="2789964" y="727"/>
                  <a:pt x="2938441" y="0"/>
                </a:cubicBezTo>
                <a:cubicBezTo>
                  <a:pt x="3086918" y="-727"/>
                  <a:pt x="3244888" y="11519"/>
                  <a:pt x="3403600" y="0"/>
                </a:cubicBezTo>
                <a:cubicBezTo>
                  <a:pt x="3562312" y="-11519"/>
                  <a:pt x="3962431" y="55930"/>
                  <a:pt x="4175083" y="0"/>
                </a:cubicBezTo>
                <a:cubicBezTo>
                  <a:pt x="4387735" y="-55930"/>
                  <a:pt x="4356816" y="19703"/>
                  <a:pt x="4436025" y="0"/>
                </a:cubicBezTo>
                <a:cubicBezTo>
                  <a:pt x="4515234" y="-19703"/>
                  <a:pt x="4627117" y="15507"/>
                  <a:pt x="4696968" y="0"/>
                </a:cubicBezTo>
                <a:cubicBezTo>
                  <a:pt x="4766819" y="-15507"/>
                  <a:pt x="4977200" y="9287"/>
                  <a:pt x="5162127" y="0"/>
                </a:cubicBezTo>
                <a:cubicBezTo>
                  <a:pt x="5347054" y="-9287"/>
                  <a:pt x="5689622" y="31968"/>
                  <a:pt x="5831501" y="0"/>
                </a:cubicBezTo>
                <a:cubicBezTo>
                  <a:pt x="5973380" y="-31968"/>
                  <a:pt x="6281392" y="13602"/>
                  <a:pt x="6602984" y="0"/>
                </a:cubicBezTo>
                <a:cubicBezTo>
                  <a:pt x="6924576" y="-13602"/>
                  <a:pt x="7052681" y="75258"/>
                  <a:pt x="7272359" y="0"/>
                </a:cubicBezTo>
                <a:cubicBezTo>
                  <a:pt x="7492037" y="-75258"/>
                  <a:pt x="7465349" y="1025"/>
                  <a:pt x="7533301" y="0"/>
                </a:cubicBezTo>
                <a:cubicBezTo>
                  <a:pt x="7601253" y="-1025"/>
                  <a:pt x="7792729" y="14724"/>
                  <a:pt x="7998460" y="0"/>
                </a:cubicBezTo>
                <a:cubicBezTo>
                  <a:pt x="8204191" y="-14724"/>
                  <a:pt x="8427926" y="41641"/>
                  <a:pt x="8667835" y="0"/>
                </a:cubicBezTo>
                <a:cubicBezTo>
                  <a:pt x="8907744" y="-41641"/>
                  <a:pt x="8806632" y="11468"/>
                  <a:pt x="8928777" y="0"/>
                </a:cubicBezTo>
                <a:cubicBezTo>
                  <a:pt x="9050922" y="-11468"/>
                  <a:pt x="9211046" y="55679"/>
                  <a:pt x="9393936" y="0"/>
                </a:cubicBezTo>
                <a:cubicBezTo>
                  <a:pt x="9576826" y="-55679"/>
                  <a:pt x="9808510" y="66701"/>
                  <a:pt x="10210800" y="0"/>
                </a:cubicBezTo>
                <a:cubicBezTo>
                  <a:pt x="10231667" y="142713"/>
                  <a:pt x="10175782" y="230187"/>
                  <a:pt x="10210800" y="303776"/>
                </a:cubicBezTo>
                <a:cubicBezTo>
                  <a:pt x="10245818" y="377365"/>
                  <a:pt x="10192149" y="519438"/>
                  <a:pt x="10210800" y="646331"/>
                </a:cubicBezTo>
                <a:cubicBezTo>
                  <a:pt x="10110064" y="671502"/>
                  <a:pt x="10002342" y="626147"/>
                  <a:pt x="9949857" y="646331"/>
                </a:cubicBezTo>
                <a:cubicBezTo>
                  <a:pt x="9897372" y="666515"/>
                  <a:pt x="9591687" y="604402"/>
                  <a:pt x="9382591" y="646331"/>
                </a:cubicBezTo>
                <a:cubicBezTo>
                  <a:pt x="9173495" y="688260"/>
                  <a:pt x="9206048" y="632500"/>
                  <a:pt x="9121648" y="646331"/>
                </a:cubicBezTo>
                <a:cubicBezTo>
                  <a:pt x="9037248" y="660162"/>
                  <a:pt x="8861114" y="603454"/>
                  <a:pt x="8758597" y="646331"/>
                </a:cubicBezTo>
                <a:cubicBezTo>
                  <a:pt x="8656080" y="689208"/>
                  <a:pt x="8481890" y="622205"/>
                  <a:pt x="8395547" y="646331"/>
                </a:cubicBezTo>
                <a:cubicBezTo>
                  <a:pt x="8309204" y="670457"/>
                  <a:pt x="7965995" y="636254"/>
                  <a:pt x="7828280" y="646331"/>
                </a:cubicBezTo>
                <a:cubicBezTo>
                  <a:pt x="7690565" y="656408"/>
                  <a:pt x="7334194" y="555507"/>
                  <a:pt x="7056797" y="646331"/>
                </a:cubicBezTo>
                <a:cubicBezTo>
                  <a:pt x="6779400" y="737155"/>
                  <a:pt x="6841216" y="646163"/>
                  <a:pt x="6693747" y="646331"/>
                </a:cubicBezTo>
                <a:cubicBezTo>
                  <a:pt x="6546278" y="646499"/>
                  <a:pt x="6397154" y="615241"/>
                  <a:pt x="6228588" y="646331"/>
                </a:cubicBezTo>
                <a:cubicBezTo>
                  <a:pt x="6060022" y="677421"/>
                  <a:pt x="6022975" y="635846"/>
                  <a:pt x="5865537" y="646331"/>
                </a:cubicBezTo>
                <a:cubicBezTo>
                  <a:pt x="5708099" y="656816"/>
                  <a:pt x="5287920" y="624694"/>
                  <a:pt x="5094055" y="646331"/>
                </a:cubicBezTo>
                <a:cubicBezTo>
                  <a:pt x="4900190" y="667968"/>
                  <a:pt x="4630461" y="600390"/>
                  <a:pt x="4322572" y="646331"/>
                </a:cubicBezTo>
                <a:cubicBezTo>
                  <a:pt x="4014683" y="692272"/>
                  <a:pt x="3858042" y="607104"/>
                  <a:pt x="3653197" y="646331"/>
                </a:cubicBezTo>
                <a:cubicBezTo>
                  <a:pt x="3448352" y="685558"/>
                  <a:pt x="3402907" y="607027"/>
                  <a:pt x="3188039" y="646331"/>
                </a:cubicBezTo>
                <a:cubicBezTo>
                  <a:pt x="2973171" y="685635"/>
                  <a:pt x="2735183" y="619491"/>
                  <a:pt x="2620772" y="646331"/>
                </a:cubicBezTo>
                <a:cubicBezTo>
                  <a:pt x="2506361" y="673171"/>
                  <a:pt x="2118056" y="639350"/>
                  <a:pt x="1951397" y="646331"/>
                </a:cubicBezTo>
                <a:cubicBezTo>
                  <a:pt x="1784738" y="653312"/>
                  <a:pt x="1587862" y="646107"/>
                  <a:pt x="1486239" y="646331"/>
                </a:cubicBezTo>
                <a:cubicBezTo>
                  <a:pt x="1384616" y="646555"/>
                  <a:pt x="1146003" y="632315"/>
                  <a:pt x="918972" y="646331"/>
                </a:cubicBezTo>
                <a:cubicBezTo>
                  <a:pt x="691941" y="660347"/>
                  <a:pt x="752691" y="618288"/>
                  <a:pt x="658029" y="646331"/>
                </a:cubicBezTo>
                <a:cubicBezTo>
                  <a:pt x="563367" y="674374"/>
                  <a:pt x="154619" y="638166"/>
                  <a:pt x="0" y="646331"/>
                </a:cubicBezTo>
                <a:cubicBezTo>
                  <a:pt x="-19724" y="545719"/>
                  <a:pt x="28559" y="421380"/>
                  <a:pt x="0" y="329629"/>
                </a:cubicBezTo>
                <a:cubicBezTo>
                  <a:pt x="-28559" y="237878"/>
                  <a:pt x="28084" y="1559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3B: Reading-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At Grade Level Goal-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(28 Marks) 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EE0A4A-23C4-D4AD-6EAC-9B5C7677F9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75" t="22681" r="12037" b="14356"/>
          <a:stretch>
            <a:fillRect/>
          </a:stretch>
        </p:blipFill>
        <p:spPr>
          <a:xfrm>
            <a:off x="914400" y="1427499"/>
            <a:ext cx="16687800" cy="828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82BE0-9960-2B2A-2F22-60BA7B09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B82CE7B3-DC2F-0EAF-8853-8E54DAC61524}"/>
              </a:ext>
            </a:extLst>
          </p:cNvPr>
          <p:cNvSpPr/>
          <p:nvPr/>
        </p:nvSpPr>
        <p:spPr>
          <a:xfrm>
            <a:off x="14020799" y="-301411"/>
            <a:ext cx="8442635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346E256-A49F-AC2B-9E6E-980D728C7EB7}"/>
              </a:ext>
            </a:extLst>
          </p:cNvPr>
          <p:cNvSpPr/>
          <p:nvPr/>
        </p:nvSpPr>
        <p:spPr>
          <a:xfrm rot="-10800000">
            <a:off x="-3580060" y="8469959"/>
            <a:ext cx="8370886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300C4-F55D-05CA-6FBC-2D5E9ABED5E0}"/>
              </a:ext>
            </a:extLst>
          </p:cNvPr>
          <p:cNvSpPr txBox="1"/>
          <p:nvPr/>
        </p:nvSpPr>
        <p:spPr>
          <a:xfrm>
            <a:off x="3505200" y="576792"/>
            <a:ext cx="10744200" cy="646331"/>
          </a:xfrm>
          <a:custGeom>
            <a:avLst/>
            <a:gdLst>
              <a:gd name="csX0" fmla="*/ 0 w 10744200"/>
              <a:gd name="csY0" fmla="*/ 0 h 646331"/>
              <a:gd name="csX1" fmla="*/ 596900 w 10744200"/>
              <a:gd name="csY1" fmla="*/ 0 h 646331"/>
              <a:gd name="csX2" fmla="*/ 1086358 w 10744200"/>
              <a:gd name="csY2" fmla="*/ 0 h 646331"/>
              <a:gd name="csX3" fmla="*/ 1360932 w 10744200"/>
              <a:gd name="csY3" fmla="*/ 0 h 646331"/>
              <a:gd name="csX4" fmla="*/ 1635506 w 10744200"/>
              <a:gd name="csY4" fmla="*/ 0 h 646331"/>
              <a:gd name="csX5" fmla="*/ 2017522 w 10744200"/>
              <a:gd name="csY5" fmla="*/ 0 h 646331"/>
              <a:gd name="csX6" fmla="*/ 2721864 w 10744200"/>
              <a:gd name="csY6" fmla="*/ 0 h 646331"/>
              <a:gd name="csX7" fmla="*/ 3426206 w 10744200"/>
              <a:gd name="csY7" fmla="*/ 0 h 646331"/>
              <a:gd name="csX8" fmla="*/ 4237990 w 10744200"/>
              <a:gd name="csY8" fmla="*/ 0 h 646331"/>
              <a:gd name="csX9" fmla="*/ 5049774 w 10744200"/>
              <a:gd name="csY9" fmla="*/ 0 h 646331"/>
              <a:gd name="csX10" fmla="*/ 5431790 w 10744200"/>
              <a:gd name="csY10" fmla="*/ 0 h 646331"/>
              <a:gd name="csX11" fmla="*/ 5921248 w 10744200"/>
              <a:gd name="csY11" fmla="*/ 0 h 646331"/>
              <a:gd name="csX12" fmla="*/ 6625590 w 10744200"/>
              <a:gd name="csY12" fmla="*/ 0 h 646331"/>
              <a:gd name="csX13" fmla="*/ 7437374 w 10744200"/>
              <a:gd name="csY13" fmla="*/ 0 h 646331"/>
              <a:gd name="csX14" fmla="*/ 8249158 w 10744200"/>
              <a:gd name="csY14" fmla="*/ 0 h 646331"/>
              <a:gd name="csX15" fmla="*/ 8523732 w 10744200"/>
              <a:gd name="csY15" fmla="*/ 0 h 646331"/>
              <a:gd name="csX16" fmla="*/ 9335516 w 10744200"/>
              <a:gd name="csY16" fmla="*/ 0 h 646331"/>
              <a:gd name="csX17" fmla="*/ 9717532 w 10744200"/>
              <a:gd name="csY17" fmla="*/ 0 h 646331"/>
              <a:gd name="csX18" fmla="*/ 10744200 w 10744200"/>
              <a:gd name="csY18" fmla="*/ 0 h 646331"/>
              <a:gd name="csX19" fmla="*/ 10744200 w 10744200"/>
              <a:gd name="csY19" fmla="*/ 323166 h 646331"/>
              <a:gd name="csX20" fmla="*/ 10744200 w 10744200"/>
              <a:gd name="csY20" fmla="*/ 646331 h 646331"/>
              <a:gd name="csX21" fmla="*/ 10362184 w 10744200"/>
              <a:gd name="csY21" fmla="*/ 646331 h 646331"/>
              <a:gd name="csX22" fmla="*/ 9550400 w 10744200"/>
              <a:gd name="csY22" fmla="*/ 646331 h 646331"/>
              <a:gd name="csX23" fmla="*/ 8953500 w 10744200"/>
              <a:gd name="csY23" fmla="*/ 646331 h 646331"/>
              <a:gd name="csX24" fmla="*/ 8356600 w 10744200"/>
              <a:gd name="csY24" fmla="*/ 646331 h 646331"/>
              <a:gd name="csX25" fmla="*/ 7867142 w 10744200"/>
              <a:gd name="csY25" fmla="*/ 646331 h 646331"/>
              <a:gd name="csX26" fmla="*/ 7592568 w 10744200"/>
              <a:gd name="csY26" fmla="*/ 646331 h 646331"/>
              <a:gd name="csX27" fmla="*/ 7317994 w 10744200"/>
              <a:gd name="csY27" fmla="*/ 646331 h 646331"/>
              <a:gd name="csX28" fmla="*/ 6935978 w 10744200"/>
              <a:gd name="csY28" fmla="*/ 646331 h 646331"/>
              <a:gd name="csX29" fmla="*/ 6446520 w 10744200"/>
              <a:gd name="csY29" fmla="*/ 646331 h 646331"/>
              <a:gd name="csX30" fmla="*/ 5634736 w 10744200"/>
              <a:gd name="csY30" fmla="*/ 646331 h 646331"/>
              <a:gd name="csX31" fmla="*/ 5252720 w 10744200"/>
              <a:gd name="csY31" fmla="*/ 646331 h 646331"/>
              <a:gd name="csX32" fmla="*/ 4655820 w 10744200"/>
              <a:gd name="csY32" fmla="*/ 646331 h 646331"/>
              <a:gd name="csX33" fmla="*/ 4273804 w 10744200"/>
              <a:gd name="csY33" fmla="*/ 646331 h 646331"/>
              <a:gd name="csX34" fmla="*/ 3891788 w 10744200"/>
              <a:gd name="csY34" fmla="*/ 646331 h 646331"/>
              <a:gd name="csX35" fmla="*/ 3187446 w 10744200"/>
              <a:gd name="csY35" fmla="*/ 646331 h 646331"/>
              <a:gd name="csX36" fmla="*/ 2912872 w 10744200"/>
              <a:gd name="csY36" fmla="*/ 646331 h 646331"/>
              <a:gd name="csX37" fmla="*/ 2423414 w 10744200"/>
              <a:gd name="csY37" fmla="*/ 646331 h 646331"/>
              <a:gd name="csX38" fmla="*/ 1933956 w 10744200"/>
              <a:gd name="csY38" fmla="*/ 646331 h 646331"/>
              <a:gd name="csX39" fmla="*/ 1122172 w 10744200"/>
              <a:gd name="csY39" fmla="*/ 646331 h 646331"/>
              <a:gd name="csX40" fmla="*/ 0 w 10744200"/>
              <a:gd name="csY40" fmla="*/ 646331 h 646331"/>
              <a:gd name="csX41" fmla="*/ 0 w 10744200"/>
              <a:gd name="csY41" fmla="*/ 336092 h 646331"/>
              <a:gd name="csX42" fmla="*/ 0 w 10744200"/>
              <a:gd name="csY4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744200" h="646331" fill="none" extrusionOk="0">
                <a:moveTo>
                  <a:pt x="0" y="0"/>
                </a:moveTo>
                <a:cubicBezTo>
                  <a:pt x="164664" y="-60685"/>
                  <a:pt x="379141" y="64890"/>
                  <a:pt x="596900" y="0"/>
                </a:cubicBezTo>
                <a:cubicBezTo>
                  <a:pt x="814659" y="-64890"/>
                  <a:pt x="900249" y="20106"/>
                  <a:pt x="1086358" y="0"/>
                </a:cubicBezTo>
                <a:cubicBezTo>
                  <a:pt x="1272467" y="-20106"/>
                  <a:pt x="1297585" y="9875"/>
                  <a:pt x="1360932" y="0"/>
                </a:cubicBezTo>
                <a:cubicBezTo>
                  <a:pt x="1424279" y="-9875"/>
                  <a:pt x="1522885" y="8820"/>
                  <a:pt x="1635506" y="0"/>
                </a:cubicBezTo>
                <a:cubicBezTo>
                  <a:pt x="1748127" y="-8820"/>
                  <a:pt x="1854408" y="45826"/>
                  <a:pt x="2017522" y="0"/>
                </a:cubicBezTo>
                <a:cubicBezTo>
                  <a:pt x="2180636" y="-45826"/>
                  <a:pt x="2413695" y="882"/>
                  <a:pt x="2721864" y="0"/>
                </a:cubicBezTo>
                <a:cubicBezTo>
                  <a:pt x="3030033" y="-882"/>
                  <a:pt x="3100163" y="22654"/>
                  <a:pt x="3426206" y="0"/>
                </a:cubicBezTo>
                <a:cubicBezTo>
                  <a:pt x="3752249" y="-22654"/>
                  <a:pt x="3856013" y="61941"/>
                  <a:pt x="4237990" y="0"/>
                </a:cubicBezTo>
                <a:cubicBezTo>
                  <a:pt x="4619967" y="-61941"/>
                  <a:pt x="4755301" y="93000"/>
                  <a:pt x="5049774" y="0"/>
                </a:cubicBezTo>
                <a:cubicBezTo>
                  <a:pt x="5344247" y="-93000"/>
                  <a:pt x="5308764" y="40713"/>
                  <a:pt x="5431790" y="0"/>
                </a:cubicBezTo>
                <a:cubicBezTo>
                  <a:pt x="5554816" y="-40713"/>
                  <a:pt x="5753455" y="41277"/>
                  <a:pt x="5921248" y="0"/>
                </a:cubicBezTo>
                <a:cubicBezTo>
                  <a:pt x="6089041" y="-41277"/>
                  <a:pt x="6369380" y="79620"/>
                  <a:pt x="6625590" y="0"/>
                </a:cubicBezTo>
                <a:cubicBezTo>
                  <a:pt x="6881800" y="-79620"/>
                  <a:pt x="7186933" y="14312"/>
                  <a:pt x="7437374" y="0"/>
                </a:cubicBezTo>
                <a:cubicBezTo>
                  <a:pt x="7687815" y="-14312"/>
                  <a:pt x="8057772" y="32443"/>
                  <a:pt x="8249158" y="0"/>
                </a:cubicBezTo>
                <a:cubicBezTo>
                  <a:pt x="8440544" y="-32443"/>
                  <a:pt x="8443100" y="7498"/>
                  <a:pt x="8523732" y="0"/>
                </a:cubicBezTo>
                <a:cubicBezTo>
                  <a:pt x="8604364" y="-7498"/>
                  <a:pt x="8997783" y="73201"/>
                  <a:pt x="9335516" y="0"/>
                </a:cubicBezTo>
                <a:cubicBezTo>
                  <a:pt x="9673249" y="-73201"/>
                  <a:pt x="9623555" y="34940"/>
                  <a:pt x="9717532" y="0"/>
                </a:cubicBezTo>
                <a:cubicBezTo>
                  <a:pt x="9811509" y="-34940"/>
                  <a:pt x="10428625" y="11784"/>
                  <a:pt x="10744200" y="0"/>
                </a:cubicBezTo>
                <a:cubicBezTo>
                  <a:pt x="10769491" y="89369"/>
                  <a:pt x="10739412" y="215626"/>
                  <a:pt x="10744200" y="323166"/>
                </a:cubicBezTo>
                <a:cubicBezTo>
                  <a:pt x="10748988" y="430706"/>
                  <a:pt x="10732859" y="516089"/>
                  <a:pt x="10744200" y="646331"/>
                </a:cubicBezTo>
                <a:cubicBezTo>
                  <a:pt x="10626812" y="656625"/>
                  <a:pt x="10506825" y="627992"/>
                  <a:pt x="10362184" y="646331"/>
                </a:cubicBezTo>
                <a:cubicBezTo>
                  <a:pt x="10217543" y="664670"/>
                  <a:pt x="9895898" y="555789"/>
                  <a:pt x="9550400" y="646331"/>
                </a:cubicBezTo>
                <a:cubicBezTo>
                  <a:pt x="9204902" y="736873"/>
                  <a:pt x="9178919" y="637744"/>
                  <a:pt x="8953500" y="646331"/>
                </a:cubicBezTo>
                <a:cubicBezTo>
                  <a:pt x="8728081" y="654918"/>
                  <a:pt x="8537717" y="598530"/>
                  <a:pt x="8356600" y="646331"/>
                </a:cubicBezTo>
                <a:cubicBezTo>
                  <a:pt x="8175483" y="694132"/>
                  <a:pt x="8104774" y="644812"/>
                  <a:pt x="7867142" y="646331"/>
                </a:cubicBezTo>
                <a:cubicBezTo>
                  <a:pt x="7629510" y="647850"/>
                  <a:pt x="7709034" y="632099"/>
                  <a:pt x="7592568" y="646331"/>
                </a:cubicBezTo>
                <a:cubicBezTo>
                  <a:pt x="7476102" y="660563"/>
                  <a:pt x="7381021" y="616763"/>
                  <a:pt x="7317994" y="646331"/>
                </a:cubicBezTo>
                <a:cubicBezTo>
                  <a:pt x="7254967" y="675899"/>
                  <a:pt x="7085959" y="610360"/>
                  <a:pt x="6935978" y="646331"/>
                </a:cubicBezTo>
                <a:cubicBezTo>
                  <a:pt x="6785997" y="682302"/>
                  <a:pt x="6617600" y="590539"/>
                  <a:pt x="6446520" y="646331"/>
                </a:cubicBezTo>
                <a:cubicBezTo>
                  <a:pt x="6275440" y="702123"/>
                  <a:pt x="5841552" y="591396"/>
                  <a:pt x="5634736" y="646331"/>
                </a:cubicBezTo>
                <a:cubicBezTo>
                  <a:pt x="5427920" y="701266"/>
                  <a:pt x="5404360" y="621558"/>
                  <a:pt x="5252720" y="646331"/>
                </a:cubicBezTo>
                <a:cubicBezTo>
                  <a:pt x="5101080" y="671104"/>
                  <a:pt x="4922509" y="593126"/>
                  <a:pt x="4655820" y="646331"/>
                </a:cubicBezTo>
                <a:cubicBezTo>
                  <a:pt x="4389131" y="699536"/>
                  <a:pt x="4443140" y="607611"/>
                  <a:pt x="4273804" y="646331"/>
                </a:cubicBezTo>
                <a:cubicBezTo>
                  <a:pt x="4104468" y="685051"/>
                  <a:pt x="4017167" y="634831"/>
                  <a:pt x="3891788" y="646331"/>
                </a:cubicBezTo>
                <a:cubicBezTo>
                  <a:pt x="3766409" y="657831"/>
                  <a:pt x="3332381" y="622150"/>
                  <a:pt x="3187446" y="646331"/>
                </a:cubicBezTo>
                <a:cubicBezTo>
                  <a:pt x="3042511" y="670512"/>
                  <a:pt x="3045338" y="638764"/>
                  <a:pt x="2912872" y="646331"/>
                </a:cubicBezTo>
                <a:cubicBezTo>
                  <a:pt x="2780406" y="653898"/>
                  <a:pt x="2521659" y="590022"/>
                  <a:pt x="2423414" y="646331"/>
                </a:cubicBezTo>
                <a:cubicBezTo>
                  <a:pt x="2325169" y="702640"/>
                  <a:pt x="2094132" y="627946"/>
                  <a:pt x="1933956" y="646331"/>
                </a:cubicBezTo>
                <a:cubicBezTo>
                  <a:pt x="1773780" y="664716"/>
                  <a:pt x="1509063" y="613194"/>
                  <a:pt x="1122172" y="646331"/>
                </a:cubicBezTo>
                <a:cubicBezTo>
                  <a:pt x="735281" y="679468"/>
                  <a:pt x="278678" y="603310"/>
                  <a:pt x="0" y="646331"/>
                </a:cubicBezTo>
                <a:cubicBezTo>
                  <a:pt x="-28786" y="557497"/>
                  <a:pt x="3597" y="402197"/>
                  <a:pt x="0" y="336092"/>
                </a:cubicBezTo>
                <a:cubicBezTo>
                  <a:pt x="-3597" y="269987"/>
                  <a:pt x="92" y="118476"/>
                  <a:pt x="0" y="0"/>
                </a:cubicBezTo>
                <a:close/>
              </a:path>
              <a:path w="10744200" h="646331" stroke="0" extrusionOk="0">
                <a:moveTo>
                  <a:pt x="0" y="0"/>
                </a:moveTo>
                <a:cubicBezTo>
                  <a:pt x="379022" y="-71006"/>
                  <a:pt x="523635" y="86453"/>
                  <a:pt x="811784" y="0"/>
                </a:cubicBezTo>
                <a:cubicBezTo>
                  <a:pt x="1099933" y="-86453"/>
                  <a:pt x="1271183" y="1145"/>
                  <a:pt x="1623568" y="0"/>
                </a:cubicBezTo>
                <a:cubicBezTo>
                  <a:pt x="1975953" y="-1145"/>
                  <a:pt x="1902699" y="9886"/>
                  <a:pt x="2005584" y="0"/>
                </a:cubicBezTo>
                <a:cubicBezTo>
                  <a:pt x="2108469" y="-9886"/>
                  <a:pt x="2548368" y="82751"/>
                  <a:pt x="2709926" y="0"/>
                </a:cubicBezTo>
                <a:cubicBezTo>
                  <a:pt x="2871484" y="-82751"/>
                  <a:pt x="2936072" y="30260"/>
                  <a:pt x="3091942" y="0"/>
                </a:cubicBezTo>
                <a:cubicBezTo>
                  <a:pt x="3247812" y="-30260"/>
                  <a:pt x="3418377" y="49944"/>
                  <a:pt x="3581400" y="0"/>
                </a:cubicBezTo>
                <a:cubicBezTo>
                  <a:pt x="3744423" y="-49944"/>
                  <a:pt x="4056422" y="88832"/>
                  <a:pt x="4393184" y="0"/>
                </a:cubicBezTo>
                <a:cubicBezTo>
                  <a:pt x="4729946" y="-88832"/>
                  <a:pt x="4538980" y="15033"/>
                  <a:pt x="4667758" y="0"/>
                </a:cubicBezTo>
                <a:cubicBezTo>
                  <a:pt x="4796536" y="-15033"/>
                  <a:pt x="4862083" y="9919"/>
                  <a:pt x="4942332" y="0"/>
                </a:cubicBezTo>
                <a:cubicBezTo>
                  <a:pt x="5022581" y="-9919"/>
                  <a:pt x="5229059" y="1261"/>
                  <a:pt x="5431790" y="0"/>
                </a:cubicBezTo>
                <a:cubicBezTo>
                  <a:pt x="5634521" y="-1261"/>
                  <a:pt x="5798369" y="31483"/>
                  <a:pt x="6136132" y="0"/>
                </a:cubicBezTo>
                <a:cubicBezTo>
                  <a:pt x="6473895" y="-31483"/>
                  <a:pt x="6583997" y="44989"/>
                  <a:pt x="6947916" y="0"/>
                </a:cubicBezTo>
                <a:cubicBezTo>
                  <a:pt x="7311835" y="-44989"/>
                  <a:pt x="7457897" y="31648"/>
                  <a:pt x="7652258" y="0"/>
                </a:cubicBezTo>
                <a:cubicBezTo>
                  <a:pt x="7846619" y="-31648"/>
                  <a:pt x="7870247" y="8142"/>
                  <a:pt x="7926832" y="0"/>
                </a:cubicBezTo>
                <a:cubicBezTo>
                  <a:pt x="7983417" y="-8142"/>
                  <a:pt x="8214402" y="11537"/>
                  <a:pt x="8416290" y="0"/>
                </a:cubicBezTo>
                <a:cubicBezTo>
                  <a:pt x="8618178" y="-11537"/>
                  <a:pt x="8935271" y="50882"/>
                  <a:pt x="9120632" y="0"/>
                </a:cubicBezTo>
                <a:cubicBezTo>
                  <a:pt x="9305993" y="-50882"/>
                  <a:pt x="9301390" y="32336"/>
                  <a:pt x="9395206" y="0"/>
                </a:cubicBezTo>
                <a:cubicBezTo>
                  <a:pt x="9489022" y="-32336"/>
                  <a:pt x="9753396" y="37169"/>
                  <a:pt x="9884664" y="0"/>
                </a:cubicBezTo>
                <a:cubicBezTo>
                  <a:pt x="10015932" y="-37169"/>
                  <a:pt x="10319361" y="60849"/>
                  <a:pt x="10744200" y="0"/>
                </a:cubicBezTo>
                <a:cubicBezTo>
                  <a:pt x="10765067" y="142713"/>
                  <a:pt x="10709182" y="230187"/>
                  <a:pt x="10744200" y="303776"/>
                </a:cubicBezTo>
                <a:cubicBezTo>
                  <a:pt x="10779218" y="377365"/>
                  <a:pt x="10725549" y="519438"/>
                  <a:pt x="10744200" y="646331"/>
                </a:cubicBezTo>
                <a:cubicBezTo>
                  <a:pt x="10667182" y="647493"/>
                  <a:pt x="10580072" y="628774"/>
                  <a:pt x="10469626" y="646331"/>
                </a:cubicBezTo>
                <a:cubicBezTo>
                  <a:pt x="10359180" y="663888"/>
                  <a:pt x="10153982" y="632818"/>
                  <a:pt x="9872726" y="646331"/>
                </a:cubicBezTo>
                <a:cubicBezTo>
                  <a:pt x="9591470" y="659844"/>
                  <a:pt x="9716005" y="631503"/>
                  <a:pt x="9598152" y="646331"/>
                </a:cubicBezTo>
                <a:cubicBezTo>
                  <a:pt x="9480299" y="661159"/>
                  <a:pt x="9403639" y="630116"/>
                  <a:pt x="9216136" y="646331"/>
                </a:cubicBezTo>
                <a:cubicBezTo>
                  <a:pt x="9028633" y="662546"/>
                  <a:pt x="8948889" y="620058"/>
                  <a:pt x="8834120" y="646331"/>
                </a:cubicBezTo>
                <a:cubicBezTo>
                  <a:pt x="8719351" y="672604"/>
                  <a:pt x="8420824" y="625572"/>
                  <a:pt x="8237220" y="646331"/>
                </a:cubicBezTo>
                <a:cubicBezTo>
                  <a:pt x="8053616" y="667090"/>
                  <a:pt x="7741910" y="567495"/>
                  <a:pt x="7425436" y="646331"/>
                </a:cubicBezTo>
                <a:cubicBezTo>
                  <a:pt x="7108962" y="725167"/>
                  <a:pt x="7197854" y="636363"/>
                  <a:pt x="7043420" y="646331"/>
                </a:cubicBezTo>
                <a:cubicBezTo>
                  <a:pt x="6888986" y="656299"/>
                  <a:pt x="6757085" y="592816"/>
                  <a:pt x="6553962" y="646331"/>
                </a:cubicBezTo>
                <a:cubicBezTo>
                  <a:pt x="6350839" y="699846"/>
                  <a:pt x="6290819" y="643478"/>
                  <a:pt x="6171946" y="646331"/>
                </a:cubicBezTo>
                <a:cubicBezTo>
                  <a:pt x="6053073" y="649184"/>
                  <a:pt x="5587605" y="628828"/>
                  <a:pt x="5360162" y="646331"/>
                </a:cubicBezTo>
                <a:cubicBezTo>
                  <a:pt x="5132719" y="663834"/>
                  <a:pt x="4939823" y="642759"/>
                  <a:pt x="4548378" y="646331"/>
                </a:cubicBezTo>
                <a:cubicBezTo>
                  <a:pt x="4156933" y="649903"/>
                  <a:pt x="4127385" y="608499"/>
                  <a:pt x="3844036" y="646331"/>
                </a:cubicBezTo>
                <a:cubicBezTo>
                  <a:pt x="3560687" y="684163"/>
                  <a:pt x="3577972" y="594185"/>
                  <a:pt x="3354578" y="646331"/>
                </a:cubicBezTo>
                <a:cubicBezTo>
                  <a:pt x="3131184" y="698477"/>
                  <a:pt x="2910094" y="605015"/>
                  <a:pt x="2757678" y="646331"/>
                </a:cubicBezTo>
                <a:cubicBezTo>
                  <a:pt x="2605262" y="687647"/>
                  <a:pt x="2396423" y="605561"/>
                  <a:pt x="2053336" y="646331"/>
                </a:cubicBezTo>
                <a:cubicBezTo>
                  <a:pt x="1710249" y="687101"/>
                  <a:pt x="1704566" y="619199"/>
                  <a:pt x="1563878" y="646331"/>
                </a:cubicBezTo>
                <a:cubicBezTo>
                  <a:pt x="1423190" y="673463"/>
                  <a:pt x="1132910" y="620820"/>
                  <a:pt x="966978" y="646331"/>
                </a:cubicBezTo>
                <a:cubicBezTo>
                  <a:pt x="801046" y="671842"/>
                  <a:pt x="752003" y="618233"/>
                  <a:pt x="692404" y="646331"/>
                </a:cubicBezTo>
                <a:cubicBezTo>
                  <a:pt x="632805" y="674429"/>
                  <a:pt x="207409" y="637330"/>
                  <a:pt x="0" y="646331"/>
                </a:cubicBezTo>
                <a:cubicBezTo>
                  <a:pt x="-19724" y="545719"/>
                  <a:pt x="28559" y="421380"/>
                  <a:pt x="0" y="329629"/>
                </a:cubicBezTo>
                <a:cubicBezTo>
                  <a:pt x="-28559" y="237878"/>
                  <a:pt x="28084" y="1559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4875595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Part 3C: Reading-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Beyond Grade Level Goal-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(28 Marks)  </a:t>
            </a:r>
            <a:endParaRPr lang="en-AE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DE787-4DB5-3718-41A5-D7AB1E6C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22" t="24555" r="17011" b="16186"/>
          <a:stretch>
            <a:fillRect/>
          </a:stretch>
        </p:blipFill>
        <p:spPr>
          <a:xfrm>
            <a:off x="381000" y="1454996"/>
            <a:ext cx="17221200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1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 rot="-491967">
            <a:off x="4366081" y="1559751"/>
            <a:ext cx="1707111" cy="1555022"/>
          </a:xfrm>
          <a:custGeom>
            <a:avLst/>
            <a:gdLst/>
            <a:ahLst/>
            <a:cxnLst/>
            <a:rect l="l" t="t" r="r" b="b"/>
            <a:pathLst>
              <a:path w="1707111" h="1555022">
                <a:moveTo>
                  <a:pt x="0" y="0"/>
                </a:moveTo>
                <a:lnTo>
                  <a:pt x="1707110" y="0"/>
                </a:lnTo>
                <a:lnTo>
                  <a:pt x="1707110" y="1555023"/>
                </a:lnTo>
                <a:lnTo>
                  <a:pt x="0" y="1555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Freeform 5"/>
          <p:cNvSpPr/>
          <p:nvPr/>
        </p:nvSpPr>
        <p:spPr>
          <a:xfrm>
            <a:off x="13182303" y="4220763"/>
            <a:ext cx="3634128" cy="4158041"/>
          </a:xfrm>
          <a:custGeom>
            <a:avLst/>
            <a:gdLst/>
            <a:ahLst/>
            <a:cxnLst/>
            <a:rect l="l" t="t" r="r" b="b"/>
            <a:pathLst>
              <a:path w="3634128" h="4158041">
                <a:moveTo>
                  <a:pt x="0" y="0"/>
                </a:moveTo>
                <a:lnTo>
                  <a:pt x="3634128" y="0"/>
                </a:lnTo>
                <a:lnTo>
                  <a:pt x="3634128" y="4158041"/>
                </a:lnTo>
                <a:lnTo>
                  <a:pt x="0" y="4158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 rot="7104264" flipV="1">
            <a:off x="152632" y="3931750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9"/>
                </a:moveTo>
                <a:lnTo>
                  <a:pt x="3895387" y="4128059"/>
                </a:lnTo>
                <a:lnTo>
                  <a:pt x="3895387" y="0"/>
                </a:lnTo>
                <a:lnTo>
                  <a:pt x="0" y="0"/>
                </a:lnTo>
                <a:lnTo>
                  <a:pt x="0" y="41280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 rot="-1568932">
            <a:off x="12894609" y="960037"/>
            <a:ext cx="1480813" cy="2123030"/>
          </a:xfrm>
          <a:custGeom>
            <a:avLst/>
            <a:gdLst/>
            <a:ahLst/>
            <a:cxnLst/>
            <a:rect l="l" t="t" r="r" b="b"/>
            <a:pathLst>
              <a:path w="1480813" h="2123030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TextBox 9"/>
          <p:cNvSpPr txBox="1"/>
          <p:nvPr/>
        </p:nvSpPr>
        <p:spPr>
          <a:xfrm>
            <a:off x="4955707" y="2879051"/>
            <a:ext cx="8376587" cy="5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THANK</a:t>
            </a:r>
          </a:p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82</Words>
  <Application>Microsoft Office PowerPoint</Application>
  <PresentationFormat>Custom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Segoe UI</vt:lpstr>
      <vt:lpstr>Arial</vt:lpstr>
      <vt:lpstr>Nunito Sans Regular Bold</vt:lpstr>
      <vt:lpstr>Pompiere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 8 revision</dc:title>
  <dc:creator>Nadyah Al Abdouli Al Abdouli</dc:creator>
  <cp:lastModifiedBy>Nadyah Al Abdouli Al Abdouli</cp:lastModifiedBy>
  <cp:revision>67</cp:revision>
  <dcterms:created xsi:type="dcterms:W3CDTF">2006-08-16T00:00:00Z</dcterms:created>
  <dcterms:modified xsi:type="dcterms:W3CDTF">2026-06-04T19:57:33Z</dcterms:modified>
  <dc:identifier>DAG3dlc6fCQ</dc:identifier>
</cp:coreProperties>
</file>